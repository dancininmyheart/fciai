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8DAF99A-9951-45AF-8214-60F14CA758B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7B5B9E-103A-4E98-822C-1B900E1BEEA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16E46-27BA-4469-A24E-CCAEAE8EFC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5A4A98-513E-4637-B0C4-6605AE9C5B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AC04B98-A812-4FF9-80D5-4410550A63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5494B8-0AE9-413A-957E-5F3B87E073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D9953B-9491-41D7-80D7-0EFC8CF8A62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EBC510-3CE7-4A5D-9191-CDA90DAD7E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84D5F2-B80B-4BF8-8A95-A4ABA47DC7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EE514-9457-4F55-9638-2634F3ABCF1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5F71A4-71AA-40EA-86E8-ACEFB08B9F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B7E9E6-87CE-48FE-8379-90ABD9FCEE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BE44B2-E733-4326-8586-FFB49E977F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2EA005-5EC7-4CCB-AA87-1D2275368B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1AE301-B4BD-472D-9B01-B9A6626239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365A5-0100-4991-ABB8-F92B9AF1D5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45513-44F1-411D-994B-21330C8CD9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[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翻译错误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'dict' object has no attribute 'replace']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'dict' object has no attribute 'replace']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'dict' object has no attribute 'replace']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[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翻译错误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 'dict' object has no attribute 'replace']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'dict' object has no attribute 'replace']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