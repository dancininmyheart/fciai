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1821770"/>
            <a:ext cx="6785089" cy="3952067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65677" cy="1161575"/>
          </a:xfrm>
          <a:ln>
            <a:solidFill/>
          </a:ln>
        </p:spPr>
        <p:txBody>
          <a:bodyPr>
            <a:normAutofit/>
          </a:bodyPr>
          <a:lstStyle/>
          <a:p>
            <a:r>
              <a:t>With HMO supplement (2’FL and LNnT), the mean </a:t>
            </a:r>
            <a:br/>
            <a:r>
              <a:t>time to reach full enteral feeding was 2 days shorter1*</a:t>
            </a:r>
            <a:br/>
            <a:r>
              <a:t>补充HMO（2’FL和LNnT）后，达到全肠内喂养的平均时间缩短了2天1*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215444"/>
          </a:xfrm>
          <a:prstGeom prst="rect">
            <a:avLst/>
          </a:prstGeom>
          <a:noFill/>
          <a:ln>
            <a:solidFill/>
          </a:ln>
        </p:spPr>
        <p:txBody>
          <a:bodyPr wrap="square" rtlCol="0">
            <a:normAutofit/>
          </a:bodyPr>
          <a:lstStyle/>
          <a:p>
            <a:pPr algn="r"/>
            <a:r>
              <a:t>2’FL, 2-fucosyllactose; HMO, human milk oligosaccharide; LNnT, Lacto-N-neotetraose.</a:t>
            </a:r>
            <a:br/>
            <a:r>
              <a:t>2’FL，2-岩藻糖基乳糖；HMO，人乳寡糖；LNnT，乳-N-新四糖。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215444"/>
          </a:xfrm>
          <a:prstGeom prst="rect">
            <a:avLst/>
          </a:prstGeom>
          <a:ln>
            <a:solidFill/>
          </a:ln>
        </p:spPr>
        <p:txBody>
          <a:bodyPr wrap="square">
            <a:normAutofit/>
          </a:bodyPr>
          <a:lstStyle/>
          <a:p>
            <a:pPr algn="r"/>
            <a:r>
              <a:t>1. Hascoët JM et al., Abstract at WCPGHAN 2021. * Randomised, clinical trial</a:t>
            </a:r>
            <a:br/>
            <a:r>
              <a:t>1. Hascoët JM等，WCPGHAN 2021摘要。* 随机临床试验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880131"/>
          </a:xfrm>
          <a:ln>
            <a:solidFill/>
          </a:ln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t>Faster progression to FEF may help reduce the risk of growth restriction and exacerbated gut immaturity1</a:t>
            </a:r>
            <a:br/>
            <a:r>
              <a:t>更快地达到FEF可能有助于降低生长受限和肠道不成熟加剧的风险1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4442242" cy="246221"/>
          </a:xfrm>
          <a:prstGeom prst="rect">
            <a:avLst/>
          </a:prstGeom>
          <a:noFill/>
          <a:ln>
            <a:solidFill/>
          </a:ln>
        </p:spPr>
        <p:txBody>
          <a:bodyPr wrap="none" rtlCol="0">
            <a:normAutofit/>
          </a:bodyPr>
          <a:lstStyle/>
          <a:p>
            <a:r>
              <a:t>^Time to reach full enteral feeding is a reliable indicator of feeding tolerance</a:t>
            </a:r>
            <a:br/>
            <a:r>
              <a:t>^达到全肠内喂养的时间是喂养耐受性的可靠指标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 time to reach full enteral feeding was 2 days shorter1*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2</cp:revision>
  <dcterms:created xsi:type="dcterms:W3CDTF">2025-01-11T13:04:11Z</dcterms:created>
  <dcterms:modified xsi:type="dcterms:W3CDTF">2025-01-11T13:27:48Z</dcterms:modified>
</cp:coreProperties>
</file>