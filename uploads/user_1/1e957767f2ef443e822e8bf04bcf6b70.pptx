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E5EE4E7-C310-4423-9111-3902F5737C3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4E4720-A155-4908-B9D9-6FCD274B672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60B710-840A-498F-A200-BCA452C77E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1FF56E-3E4D-4BF6-8733-919F5D4F24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3B51C35-CF8B-4249-AEDA-DD1F2A8F45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FFC2EFB-B4F1-4F77-B72E-ED8F1FD9D8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51F054-36AF-4844-A3BB-3F2AF45A116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55DF0B-D304-4236-8CBA-947AE0C082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7FCD9-ED3A-464E-8078-B916DB59B3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C69791-27C8-4171-B975-0D9098F3774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D964D9-BE68-4DA2-90F5-239931E7A0A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DCB30D-000A-42DC-BDB8-4B07F3022E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4BD853-E245-4DBC-A720-260DF9FF95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914788-72ED-4D9C-96FB-F796F214932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C710C7-324D-4F32-BC3A-486821A0FF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FB0EA7-0980-4EC8-ABD1-D55FF1CB7F2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2DE0B1-64EF-40A9-BD1A-5F8001D4D3B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5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Met HMO-supplement (2’FL en LNnT) was de gemiddelde tijd om volledige enterale voeding te bereiken 2 dagen korter1*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GB" sz="800" strike="noStrike" u="none">
                <a:solidFill>
                  <a:schemeClr val="dk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32500" lnSpcReduction="19999"/>
          </a:bodyPr>
          <a:p>
            <a:pPr algn="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1. Hascoët JM et al., Abstract at WCPGHAN 2021. * Randomised, clinical trial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1. Hascoët JM et al., Abstract bij WCPGHAN 2021. * Gerandomiseerde, klinische studie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40000" lnSpcReduction="19999"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Snellere voortgang naar FEF kan helpen het risico op groeibeperking en verergerde darmonvolwassenheid te verminderen1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40000" lnSpcReduction="1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^Time to reach full enteral feeding is a reliable indicator of feeding tolerance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^De tijd om volledige enterale voeding te bereiken is een betrouwbare indicator van voedingstolerantie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