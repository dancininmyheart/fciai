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F86527-62A6-418C-9B0C-CDA4CB4CCE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FCBFA0-A81A-4CC5-95BA-002DCC47231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8B1491-80F1-4A65-86BE-1611A1971B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051F38-6B45-48AC-AF97-C13391CC0E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A9B6FF0-9438-4FCF-8B02-77CA9C1CD9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A8E1DEA-05E3-4B79-BA68-28F7862BFF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258FEC-52F6-46A4-9BD6-BD76D22FF7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CEED3-92BD-4CD6-BAF7-768DA0BB1C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B21C04-A957-4063-B2D4-68FC672F4D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3AD737-BB17-4712-9C29-40E9BDA92B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E70805-E65D-4CE3-A579-061AD45F33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E9C60-7CB5-4C5F-9E31-5608C7EDBA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967B57-0CFD-4FEE-8A9C-E96D1046779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07E769-ED80-4B5C-A483-44AB7D3040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15456-4AAD-4E70-A2F8-EF643B346C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45E215-5D80-4DFE-91E1-CD436555C1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83252C-D245-4104-87AA-CDDA41D540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77500" lnSpcReduction="1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Met HMO-supplement (2’FL en LNnT) was de gemiddelde tijd om volledige enterale voeding te bereiken 2 dagen korter1*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bij WCPGHAN 2021. * Gerandomiseerd, klinisch onderzoek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70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Snellere progressie naar FEF kan helpen het risico op groeibeperking en verergerde darmonvolwassenheid te verminderen1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00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^De tijd om volledige enterale voeding te bereiken is een betrouwbare indicator van voedingstolerantie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