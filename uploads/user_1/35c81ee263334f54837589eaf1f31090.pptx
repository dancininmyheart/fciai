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svg" ContentType="image/svg"/>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7" r:id="rId7"/>
    <p:sldMasterId id="2147483658" r:id="rId8"/>
    <p:sldMasterId id="2147483659" r:id="rId9"/>
    <p:sldMasterId id="2147483660" r:id="rId10"/>
    <p:sldMasterId id="2147483661" r:id="rId11"/>
    <p:sldMasterId id="2147483662" r:id="rId12"/>
  </p:sldMasterIdLst>
  <p:notesMasterIdLst>
    <p:notesMasterId r:id="rId13"/>
  </p:notesMasterIdLst>
  <p:sldIdLst>
    <p:sldId id="256" r:id="rId14"/>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sldImg"/>
          </p:nvPr>
        </p:nvSpPr>
        <p:spPr>
          <a:xfrm>
            <a:off x="0" y="812520"/>
            <a:ext cx="360" cy="360"/>
          </a:xfrm>
          <a:prstGeom prst="rect">
            <a:avLst/>
          </a:prstGeom>
          <a:noFill/>
          <a:ln w="0">
            <a:noFill/>
          </a:ln>
        </p:spPr>
        <p:txBody>
          <a:bodyPr lIns="0" rIns="0" tIns="0" bIns="0" anchor="ctr">
            <a:noAutofit/>
          </a:bodyPr>
          <a:p>
            <a:r>
              <a:rPr b="0" lang="zh-CN" sz="1800" strike="noStrike" u="none">
                <a:solidFill>
                  <a:schemeClr val="dk1"/>
                </a:solidFill>
                <a:effectLst/>
                <a:uFillTx/>
                <a:latin typeface="等线"/>
              </a:rPr>
              <a:t>单击以移动幻灯片</a:t>
            </a:r>
            <a:endParaRPr b="0" lang="en-US" sz="1800" strike="noStrike" u="none">
              <a:solidFill>
                <a:schemeClr val="dk1"/>
              </a:solidFill>
              <a:effectLst/>
              <a:uFillTx/>
              <a:latin typeface="等线"/>
            </a:endParaRPr>
          </a:p>
        </p:txBody>
      </p:sp>
      <p:sp>
        <p:nvSpPr>
          <p:cNvPr id="6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zh-CN" sz="2000" strike="noStrike" u="none">
                <a:solidFill>
                  <a:srgbClr val="000000"/>
                </a:solidFill>
                <a:effectLst/>
                <a:uFillTx/>
                <a:latin typeface="Arial"/>
              </a:rPr>
              <a:t>点击编辑备注格式</a:t>
            </a:r>
            <a:endParaRPr b="0" lang="en-US" sz="2000" strike="noStrike" u="none">
              <a:solidFill>
                <a:srgbClr val="000000"/>
              </a:solidFill>
              <a:effectLst/>
              <a:uFillTx/>
              <a:latin typeface="Arial"/>
            </a:endParaRPr>
          </a:p>
        </p:txBody>
      </p:sp>
      <p:sp>
        <p:nvSpPr>
          <p:cNvPr id="67"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&lt;页眉&gt;</a:t>
            </a:r>
            <a:endParaRPr b="0" lang="en-US" sz="1400" strike="noStrike" u="none">
              <a:solidFill>
                <a:srgbClr val="000000"/>
              </a:solidFill>
              <a:effectLst/>
              <a:uFillTx/>
              <a:latin typeface="Times New Roman"/>
            </a:endParaRPr>
          </a:p>
        </p:txBody>
      </p:sp>
      <p:sp>
        <p:nvSpPr>
          <p:cNvPr id="68"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&lt;日期/时间&gt;</a:t>
            </a:r>
            <a:endParaRPr b="0" lang="en-US" sz="1400" strike="noStrike" u="none">
              <a:solidFill>
                <a:srgbClr val="000000"/>
              </a:solidFill>
              <a:effectLst/>
              <a:uFillTx/>
              <a:latin typeface="Times New Roman"/>
            </a:endParaRPr>
          </a:p>
        </p:txBody>
      </p:sp>
      <p:sp>
        <p:nvSpPr>
          <p:cNvPr id="69"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&lt;页脚&gt;</a:t>
            </a:r>
            <a:endParaRPr b="0" lang="en-US" sz="1400" strike="noStrike" u="none">
              <a:solidFill>
                <a:srgbClr val="000000"/>
              </a:solidFill>
              <a:effectLst/>
              <a:uFillTx/>
              <a:latin typeface="Times New Roman"/>
            </a:endParaRPr>
          </a:p>
        </p:txBody>
      </p:sp>
      <p:sp>
        <p:nvSpPr>
          <p:cNvPr id="70"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772697FB-04EB-4F6E-BC69-EF2F09C8DF90}" type="slidenum">
              <a:rPr b="0" lang="en-US" sz="1400" strike="noStrike" u="none">
                <a:solidFill>
                  <a:srgbClr val="000000"/>
                </a:solidFill>
                <a:effectLst/>
                <a:uFillTx/>
                <a:latin typeface="Times New Roman"/>
              </a:rPr>
              <a:t>&lt;编号&gt;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sldImg"/>
          </p:nvPr>
        </p:nvSpPr>
        <p:spPr>
          <a:xfrm>
            <a:off x="685800" y="1143000"/>
            <a:ext cx="5486040" cy="3085920"/>
          </a:xfrm>
          <a:prstGeom prst="rect">
            <a:avLst/>
          </a:prstGeom>
          <a:ln w="0">
            <a:noFill/>
          </a:ln>
        </p:spPr>
      </p:sp>
      <p:sp>
        <p:nvSpPr>
          <p:cNvPr id="9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93" name="PlaceHolder 3"/>
          <p:cNvSpPr>
            <a:spLocks noGrp="1"/>
          </p:cNvSpPr>
          <p:nvPr>
            <p:ph type="sldNum" idx="3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31F19E43-0CC5-4537-8571-1C54CB0F65F1}" type="slidenum">
              <a:rPr b="0" lang="en-US" sz="1200" strike="noStrike" u="none">
                <a:solidFill>
                  <a:srgbClr val="000000"/>
                </a:solidFill>
                <a:effectLst/>
                <a:uFillTx/>
                <a:latin typeface="Times New Roman"/>
              </a:rPr>
              <a:t>&lt;编号&gt;</a:t>
            </a:fld>
            <a:endParaRPr b="0" lang="en-US" sz="1200" strike="noStrike" u="none">
              <a:solidFill>
                <a:srgbClr val="000000"/>
              </a:solidFill>
              <a:effectLst/>
              <a:uFillTx/>
              <a:latin typeface="Times New Roman"/>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标题幻灯片">
    <p:spTree>
      <p:nvGrpSpPr>
        <p:cNvPr id="1" name=""/>
        <p:cNvGrpSpPr/>
        <p:nvPr/>
      </p:nvGrpSpPr>
      <p:grpSpPr>
        <a:xfrm>
          <a:off x="0" y="0"/>
          <a:ext cx="0" cy="0"/>
          <a:chOff x="0" y="0"/>
          <a:chExt cx="0" cy="0"/>
        </a:xfrm>
      </p:grpSpPr>
      <p:sp>
        <p:nvSpPr>
          <p:cNvPr id="4" name="PlaceHolder 1"/>
          <p:cNvSpPr>
            <a:spLocks noGrp="1"/>
          </p:cNvSpPr>
          <p:nvPr>
            <p:ph type="title"/>
          </p:nvPr>
        </p:nvSpPr>
        <p:spPr>
          <a:xfrm>
            <a:off x="838080" y="365040"/>
            <a:ext cx="10515240" cy="1325160"/>
          </a:xfrm>
          <a:prstGeom prst="rect">
            <a:avLst/>
          </a:prstGeom>
          <a:noFill/>
          <a:ln w="0">
            <a:noFill/>
          </a:ln>
        </p:spPr>
        <p:txBody>
          <a:bodyPr lIns="0" rIns="0" tIns="0" bIns="0" anchor="ctr">
            <a:spAutoFit/>
          </a:bodyPr>
          <a:p>
            <a:pPr indent="0">
              <a:buNone/>
            </a:pPr>
            <a:endParaRPr b="0" lang="en-US" sz="1800" strike="noStrike" u="none">
              <a:solidFill>
                <a:schemeClr val="dk1"/>
              </a:solidFill>
              <a:effectLst/>
              <a:uFillTx/>
              <a:latin typeface="等线"/>
            </a:endParaRPr>
          </a:p>
        </p:txBody>
      </p:sp>
      <p:sp>
        <p:nvSpPr>
          <p:cNvPr id="5"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trike="noStrike" u="none">
              <a:solidFill>
                <a:schemeClr val="dk1"/>
              </a:solidFill>
              <a:effectLst/>
              <a:uFillTx/>
              <a:latin typeface="等线"/>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F9703D6B-9CE5-46C3-B5B5-AB744A84D0C5}" type="slidenum">
              <a:t>&lt;#&gt;</a:t>
            </a:fld>
          </a:p>
        </p:txBody>
      </p:sp>
      <p:sp>
        <p:nvSpPr>
          <p:cNvPr id="6" name="PlaceHolder 5"/>
          <p:cNvSpPr>
            <a:spLocks noGrp="1"/>
          </p:cNvSpPr>
          <p:nvPr>
            <p:ph type="dt" idx="1"/>
          </p:nvPr>
        </p:nvSpPr>
        <p:spPr/>
        <p:txBody>
          <a:bodyPr/>
          <a:p>
            <a:r>
              <a:rPr lang="zh-C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标题和竖排文字">
    <p:spTree>
      <p:nvGrpSpPr>
        <p:cNvPr id="1" name=""/>
        <p:cNvGrpSpPr/>
        <p:nvPr/>
      </p:nvGrpSpPr>
      <p:grpSpPr>
        <a:xfrm>
          <a:off x="0" y="0"/>
          <a:ext cx="0" cy="0"/>
          <a:chOff x="0" y="0"/>
          <a:chExt cx="0" cy="0"/>
        </a:xfrm>
      </p:grpSpPr>
      <p:sp>
        <p:nvSpPr>
          <p:cNvPr id="11" name="PlaceHolder 1"/>
          <p:cNvSpPr>
            <a:spLocks noGrp="1"/>
          </p:cNvSpPr>
          <p:nvPr>
            <p:ph type="title"/>
          </p:nvPr>
        </p:nvSpPr>
        <p:spPr>
          <a:xfrm>
            <a:off x="838080" y="365040"/>
            <a:ext cx="10515240" cy="1325160"/>
          </a:xfrm>
          <a:prstGeom prst="rect">
            <a:avLst/>
          </a:prstGeom>
          <a:noFill/>
          <a:ln w="0">
            <a:noFill/>
          </a:ln>
        </p:spPr>
        <p:txBody>
          <a:bodyPr lIns="0" rIns="0" tIns="0" bIns="0" anchor="ctr">
            <a:spAutoFit/>
          </a:bodyPr>
          <a:p>
            <a:pPr indent="0">
              <a:buNone/>
            </a:pPr>
            <a:endParaRPr b="0" lang="en-US" sz="1800" strike="noStrike" u="none">
              <a:solidFill>
                <a:schemeClr val="dk1"/>
              </a:solidFill>
              <a:effectLst/>
              <a:uFillTx/>
              <a:latin typeface="等线"/>
            </a:endParaRPr>
          </a:p>
        </p:txBody>
      </p:sp>
      <p:sp>
        <p:nvSpPr>
          <p:cNvPr id="12"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trike="noStrike" u="none">
              <a:solidFill>
                <a:schemeClr val="dk1"/>
              </a:solidFill>
              <a:effectLst/>
              <a:uFillTx/>
              <a:latin typeface="等线"/>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1C011824-0205-4AE2-B0B0-71BAE815E962}" type="slidenum">
              <a:t>&lt;#&gt;</a:t>
            </a:fld>
          </a:p>
        </p:txBody>
      </p:sp>
      <p:sp>
        <p:nvSpPr>
          <p:cNvPr id="6" name="PlaceHolder 5"/>
          <p:cNvSpPr>
            <a:spLocks noGrp="1"/>
          </p:cNvSpPr>
          <p:nvPr>
            <p:ph type="dt" idx="4"/>
          </p:nvPr>
        </p:nvSpPr>
        <p:spPr/>
        <p:txBody>
          <a:bodyPr/>
          <a:p>
            <a:r>
              <a:rPr lang="zh-C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竖排标题与文本">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5240" cy="1325160"/>
          </a:xfrm>
          <a:prstGeom prst="rect">
            <a:avLst/>
          </a:prstGeom>
          <a:noFill/>
          <a:ln w="0">
            <a:noFill/>
          </a:ln>
        </p:spPr>
        <p:txBody>
          <a:bodyPr lIns="0" rIns="0" tIns="0" bIns="0" anchor="ctr">
            <a:spAutoFit/>
          </a:bodyPr>
          <a:p>
            <a:pPr indent="0">
              <a:buNone/>
            </a:pPr>
            <a:endParaRPr b="0" lang="en-US" sz="1800" strike="noStrike" u="none">
              <a:solidFill>
                <a:schemeClr val="dk1"/>
              </a:solidFill>
              <a:effectLst/>
              <a:uFillTx/>
              <a:latin typeface="等线"/>
            </a:endParaRPr>
          </a:p>
        </p:txBody>
      </p:sp>
      <p:sp>
        <p:nvSpPr>
          <p:cNvPr id="19"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trike="noStrike" u="none">
              <a:solidFill>
                <a:schemeClr val="dk1"/>
              </a:solidFill>
              <a:effectLst/>
              <a:uFillTx/>
              <a:latin typeface="等线"/>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2A95448A-2FFB-4E25-9A69-CB15D6B4FB6B}" type="slidenum">
              <a:t>&lt;#&gt;</a:t>
            </a:fld>
          </a:p>
        </p:txBody>
      </p:sp>
      <p:sp>
        <p:nvSpPr>
          <p:cNvPr id="6" name="PlaceHolder 5"/>
          <p:cNvSpPr>
            <a:spLocks noGrp="1"/>
          </p:cNvSpPr>
          <p:nvPr>
            <p:ph type="dt" idx="7"/>
          </p:nvPr>
        </p:nvSpPr>
        <p:spPr/>
        <p:txBody>
          <a:bodyPr/>
          <a:p>
            <a:r>
              <a:rPr lang="zh-C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标题和内容">
    <p:spTree>
      <p:nvGrpSpPr>
        <p:cNvPr id="1" name=""/>
        <p:cNvGrpSpPr/>
        <p:nvPr/>
      </p:nvGrpSpPr>
      <p:grpSpPr>
        <a:xfrm>
          <a:off x="0" y="0"/>
          <a:ext cx="0" cy="0"/>
          <a:chOff x="0" y="0"/>
          <a:chExt cx="0" cy="0"/>
        </a:xfrm>
      </p:grpSpPr>
      <p:sp>
        <p:nvSpPr>
          <p:cNvPr id="25" name="PlaceHolder 1"/>
          <p:cNvSpPr>
            <a:spLocks noGrp="1"/>
          </p:cNvSpPr>
          <p:nvPr>
            <p:ph type="title"/>
          </p:nvPr>
        </p:nvSpPr>
        <p:spPr>
          <a:xfrm>
            <a:off x="838080" y="365040"/>
            <a:ext cx="10515240" cy="1325160"/>
          </a:xfrm>
          <a:prstGeom prst="rect">
            <a:avLst/>
          </a:prstGeom>
          <a:noFill/>
          <a:ln w="0">
            <a:noFill/>
          </a:ln>
        </p:spPr>
        <p:txBody>
          <a:bodyPr lIns="0" rIns="0" tIns="0" bIns="0" anchor="ctr">
            <a:spAutoFit/>
          </a:bodyPr>
          <a:p>
            <a:pPr indent="0">
              <a:buNone/>
            </a:pPr>
            <a:endParaRPr b="0" lang="en-US" sz="1800" strike="noStrike" u="none">
              <a:solidFill>
                <a:schemeClr val="dk1"/>
              </a:solidFill>
              <a:effectLst/>
              <a:uFillTx/>
              <a:latin typeface="等线"/>
            </a:endParaRPr>
          </a:p>
        </p:txBody>
      </p:sp>
      <p:sp>
        <p:nvSpPr>
          <p:cNvPr id="26"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trike="noStrike" u="none">
              <a:solidFill>
                <a:schemeClr val="dk1"/>
              </a:solidFill>
              <a:effectLst/>
              <a:uFillTx/>
              <a:latin typeface="等线"/>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274C9CD4-3635-4FEF-AF79-79D11B6A7335}" type="slidenum">
              <a:t>&lt;#&gt;</a:t>
            </a:fld>
          </a:p>
        </p:txBody>
      </p:sp>
      <p:sp>
        <p:nvSpPr>
          <p:cNvPr id="6" name="PlaceHolder 5"/>
          <p:cNvSpPr>
            <a:spLocks noGrp="1"/>
          </p:cNvSpPr>
          <p:nvPr>
            <p:ph type="dt" idx="10"/>
          </p:nvPr>
        </p:nvSpPr>
        <p:spPr/>
        <p:txBody>
          <a:bodyPr/>
          <a:p>
            <a:r>
              <a:rPr lang="zh-CN"/>
              <a:t/>
            </a: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1"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1"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1" Type="http://schemas.openxmlformats.org/officeDocument/2006/relationships/theme" Target="../theme/theme10.xml"/></Relationships>
</file>

<file path=ppt/slideMasters/_rels/slideMaster11.xml.rels><?xml version='1.0' encoding='UTF-8' standalone='yes'?>
<Relationships xmlns="http://schemas.openxmlformats.org/package/2006/relationships"><Relationship Id="rId1" Type="http://schemas.openxmlformats.org/officeDocument/2006/relationships/theme" Target="../theme/theme11.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Autofit/>
          </a:bodyPr>
          <a:p>
            <a:pPr indent="0" algn="ctr" defTabSz="914400">
              <a:lnSpc>
                <a:spcPct val="90000"/>
              </a:lnSpc>
              <a:buNone/>
            </a:pPr>
            <a:r>
              <a:rPr b="0" lang="zh-CN" sz="6000" strike="noStrike" u="none">
                <a:solidFill>
                  <a:schemeClr val="dk1"/>
                </a:solidFill>
                <a:effectLst/>
                <a:uFillTx/>
                <a:latin typeface="等线 Light"/>
              </a:rPr>
              <a:t>单击此处编辑母版标题样式</a:t>
            </a:r>
            <a:endParaRPr b="0" lang="en-US" sz="6000" strike="noStrike" u="none">
              <a:solidFill>
                <a:schemeClr val="dk1"/>
              </a:solidFill>
              <a:effectLst/>
              <a:uFillTx/>
              <a:latin typeface="等线"/>
            </a:endParaRPr>
          </a:p>
        </p:txBody>
      </p:sp>
      <p:sp>
        <p:nvSpPr>
          <p:cNvPr id="1" name="PlaceHolder 2"/>
          <p:cNvSpPr>
            <a:spLocks noGrp="1"/>
          </p:cNvSpPr>
          <p:nvPr>
            <p:ph type="dt" idx="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等线"/>
              </a:defRPr>
            </a:lvl1pPr>
          </a:lstStyle>
          <a:p>
            <a:pPr indent="0" defTabSz="914400">
              <a:lnSpc>
                <a:spcPct val="100000"/>
              </a:lnSpc>
              <a:buNone/>
            </a:pPr>
            <a:r>
              <a:rPr b="0" lang="en-US" sz="1200" strike="noStrike" u="none">
                <a:solidFill>
                  <a:schemeClr val="dk1">
                    <a:tint val="75000"/>
                  </a:schemeClr>
                </a:solidFill>
                <a:effectLst/>
                <a:uFillTx/>
                <a:latin typeface="等线"/>
              </a:rPr>
              <a:t>&lt;日期/时间&gt;</a:t>
            </a:r>
            <a:endParaRPr b="0" lang="en-US" sz="1200" strike="noStrike" u="none">
              <a:solidFill>
                <a:srgbClr val="000000"/>
              </a:solidFill>
              <a:effectLst/>
              <a:uFillTx/>
              <a:latin typeface="Times New Roman"/>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&lt;页脚&gt;</a:t>
            </a:r>
            <a:endParaRPr b="0" lang="en-US" sz="1400" strike="noStrike" u="none">
              <a:solidFill>
                <a:srgbClr val="000000"/>
              </a:solidFill>
              <a:effectLst/>
              <a:uFillTx/>
              <a:latin typeface="Times New Roman"/>
            </a:endParaRP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等线"/>
              </a:defRPr>
            </a:lvl1pPr>
          </a:lstStyle>
          <a:p>
            <a:pPr indent="0" algn="r" defTabSz="914400">
              <a:lnSpc>
                <a:spcPct val="100000"/>
              </a:lnSpc>
              <a:buNone/>
            </a:pPr>
            <a:fld id="{2BE48B22-9676-4F1C-8941-81874783A86D}" type="slidenum">
              <a:rPr b="0" lang="en-US" sz="1200" strike="noStrike" u="none">
                <a:solidFill>
                  <a:schemeClr val="dk1">
                    <a:tint val="75000"/>
                  </a:schemeClr>
                </a:solidFill>
                <a:effectLst/>
                <a:uFillTx/>
                <a:latin typeface="等线"/>
              </a:rPr>
              <a:t>&lt;编号&gt;</a:t>
            </a:fld>
            <a:endParaRPr b="0" lang="en-US"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zh-CN" sz="4400" strike="noStrike" u="none">
                <a:solidFill>
                  <a:schemeClr val="dk1"/>
                </a:solidFill>
                <a:effectLst/>
                <a:uFillTx/>
                <a:latin typeface="等线 Light"/>
              </a:rPr>
              <a:t>单击此处编辑母版标题样式</a:t>
            </a:r>
            <a:endParaRPr b="0" lang="en-US" sz="4400" strike="noStrike" u="none">
              <a:solidFill>
                <a:schemeClr val="dk1"/>
              </a:solidFill>
              <a:effectLst/>
              <a:uFillTx/>
              <a:latin typeface="等线"/>
            </a:endParaRPr>
          </a:p>
        </p:txBody>
      </p:sp>
      <p:sp>
        <p:nvSpPr>
          <p:cNvPr id="7"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vert="eaVert">
            <a:noAutofit/>
          </a:bodyPr>
          <a:p>
            <a:pPr marL="432000" indent="-324000" defTabSz="914400">
              <a:lnSpc>
                <a:spcPct val="90000"/>
              </a:lnSpc>
              <a:spcBef>
                <a:spcPts val="1001"/>
              </a:spcBef>
              <a:buClr>
                <a:srgbClr val="000000"/>
              </a:buClr>
              <a:buSzPct val="45000"/>
              <a:buFont typeface="Wingdings" charset="2"/>
              <a:buChar char=""/>
            </a:pPr>
            <a:r>
              <a:rPr b="0" lang="zh-CN" sz="2800" strike="noStrike" u="none">
                <a:solidFill>
                  <a:schemeClr val="dk1"/>
                </a:solidFill>
                <a:effectLst/>
                <a:uFillTx/>
                <a:latin typeface="等线"/>
              </a:rPr>
              <a:t>单击此处编辑母版文本样式</a:t>
            </a:r>
            <a:endParaRPr b="0" lang="en-US" sz="2800" strike="noStrike" u="none">
              <a:solidFill>
                <a:schemeClr val="dk1"/>
              </a:solidFill>
              <a:effectLst/>
              <a:uFillTx/>
              <a:latin typeface="等线"/>
            </a:endParaRPr>
          </a:p>
          <a:p>
            <a:pPr lvl="1" marL="864000" indent="-324000" defTabSz="914400">
              <a:lnSpc>
                <a:spcPct val="90000"/>
              </a:lnSpc>
              <a:spcBef>
                <a:spcPts val="499"/>
              </a:spcBef>
              <a:buClr>
                <a:srgbClr val="000000"/>
              </a:buClr>
              <a:buSzPct val="75000"/>
              <a:buFont typeface="Symbol" charset="2"/>
              <a:buChar char=""/>
            </a:pPr>
            <a:r>
              <a:rPr b="0" lang="zh-CN" sz="2400" strike="noStrike" u="none">
                <a:solidFill>
                  <a:schemeClr val="dk1"/>
                </a:solidFill>
                <a:effectLst/>
                <a:uFillTx/>
                <a:latin typeface="等线"/>
              </a:rPr>
              <a:t>二级</a:t>
            </a:r>
            <a:endParaRPr b="0" lang="en-US" sz="2400" strike="noStrike" u="none">
              <a:solidFill>
                <a:schemeClr val="dk1"/>
              </a:solidFill>
              <a:effectLst/>
              <a:uFillTx/>
              <a:latin typeface="等线"/>
            </a:endParaRPr>
          </a:p>
          <a:p>
            <a:pPr lvl="2" marL="1296000" indent="-288000" defTabSz="914400">
              <a:lnSpc>
                <a:spcPct val="90000"/>
              </a:lnSpc>
              <a:spcBef>
                <a:spcPts val="499"/>
              </a:spcBef>
              <a:buClr>
                <a:srgbClr val="000000"/>
              </a:buClr>
              <a:buSzPct val="45000"/>
              <a:buFont typeface="Wingdings" charset="2"/>
              <a:buChar char=""/>
            </a:pPr>
            <a:r>
              <a:rPr b="0" lang="zh-CN" sz="2000" strike="noStrike" u="none">
                <a:solidFill>
                  <a:schemeClr val="dk1"/>
                </a:solidFill>
                <a:effectLst/>
                <a:uFillTx/>
                <a:latin typeface="等线"/>
              </a:rPr>
              <a:t>三级</a:t>
            </a:r>
            <a:endParaRPr b="0" lang="en-US" sz="2000" strike="noStrike" u="none">
              <a:solidFill>
                <a:schemeClr val="dk1"/>
              </a:solidFill>
              <a:effectLst/>
              <a:uFillTx/>
              <a:latin typeface="等线"/>
            </a:endParaRPr>
          </a:p>
          <a:p>
            <a:pPr lvl="3" marL="1728000" indent="-216000" defTabSz="914400">
              <a:lnSpc>
                <a:spcPct val="90000"/>
              </a:lnSpc>
              <a:spcBef>
                <a:spcPts val="499"/>
              </a:spcBef>
              <a:buClr>
                <a:srgbClr val="000000"/>
              </a:buClr>
              <a:buSzPct val="75000"/>
              <a:buFont typeface="Symbol" charset="2"/>
              <a:buChar char=""/>
            </a:pPr>
            <a:r>
              <a:rPr b="0" lang="zh-CN" sz="1800" strike="noStrike" u="none">
                <a:solidFill>
                  <a:schemeClr val="dk1"/>
                </a:solidFill>
                <a:effectLst/>
                <a:uFillTx/>
                <a:latin typeface="等线"/>
              </a:rPr>
              <a:t>四级</a:t>
            </a:r>
            <a:endParaRPr b="0" lang="en-US" sz="1800" strike="noStrike" u="none">
              <a:solidFill>
                <a:schemeClr val="dk1"/>
              </a:solidFill>
              <a:effectLst/>
              <a:uFillTx/>
              <a:latin typeface="等线"/>
            </a:endParaRPr>
          </a:p>
          <a:p>
            <a:pPr lvl="4" marL="2160000" indent="-216000" defTabSz="914400">
              <a:lnSpc>
                <a:spcPct val="90000"/>
              </a:lnSpc>
              <a:spcBef>
                <a:spcPts val="499"/>
              </a:spcBef>
              <a:buClr>
                <a:srgbClr val="000000"/>
              </a:buClr>
              <a:buSzPct val="45000"/>
              <a:buFont typeface="Wingdings" charset="2"/>
              <a:buChar char=""/>
            </a:pPr>
            <a:r>
              <a:rPr b="0" lang="zh-CN" sz="1800" strike="noStrike" u="none">
                <a:solidFill>
                  <a:schemeClr val="dk1"/>
                </a:solidFill>
                <a:effectLst/>
                <a:uFillTx/>
                <a:latin typeface="等线"/>
              </a:rPr>
              <a:t>五级</a:t>
            </a:r>
            <a:endParaRPr b="0" lang="en-US" sz="1800" strike="noStrike" u="none">
              <a:solidFill>
                <a:schemeClr val="dk1"/>
              </a:solidFill>
              <a:effectLst/>
              <a:uFillTx/>
              <a:latin typeface="等线"/>
            </a:endParaRPr>
          </a:p>
        </p:txBody>
      </p:sp>
      <p:sp>
        <p:nvSpPr>
          <p:cNvPr id="8" name="PlaceHolder 3"/>
          <p:cNvSpPr>
            <a:spLocks noGrp="1"/>
          </p:cNvSpPr>
          <p:nvPr>
            <p:ph type="dt" idx="4"/>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等线"/>
              </a:defRPr>
            </a:lvl1pPr>
          </a:lstStyle>
          <a:p>
            <a:pPr indent="0" defTabSz="914400">
              <a:lnSpc>
                <a:spcPct val="100000"/>
              </a:lnSpc>
              <a:buNone/>
            </a:pPr>
            <a:r>
              <a:rPr b="0" lang="en-US" sz="1200" strike="noStrike" u="none">
                <a:solidFill>
                  <a:schemeClr val="dk1">
                    <a:tint val="75000"/>
                  </a:schemeClr>
                </a:solidFill>
                <a:effectLst/>
                <a:uFillTx/>
                <a:latin typeface="等线"/>
              </a:rPr>
              <a:t>&lt;日期/时间&gt;</a:t>
            </a:r>
            <a:endParaRPr b="0" lang="en-US" sz="1200" strike="noStrike" u="none">
              <a:solidFill>
                <a:srgbClr val="000000"/>
              </a:solidFill>
              <a:effectLst/>
              <a:uFillTx/>
              <a:latin typeface="Times New Roman"/>
            </a:endParaRPr>
          </a:p>
        </p:txBody>
      </p:sp>
      <p:sp>
        <p:nvSpPr>
          <p:cNvPr id="9" name="PlaceHolder 4"/>
          <p:cNvSpPr>
            <a:spLocks noGrp="1"/>
          </p:cNvSpPr>
          <p:nvPr>
            <p:ph type="ftr" idx="5"/>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&lt;页脚&gt;</a:t>
            </a:r>
            <a:endParaRPr b="0" lang="en-US" sz="1400" strike="noStrike" u="none">
              <a:solidFill>
                <a:srgbClr val="000000"/>
              </a:solidFill>
              <a:effectLst/>
              <a:uFillTx/>
              <a:latin typeface="Times New Roman"/>
            </a:endParaRPr>
          </a:p>
        </p:txBody>
      </p:sp>
      <p:sp>
        <p:nvSpPr>
          <p:cNvPr id="10" name="PlaceHolder 5"/>
          <p:cNvSpPr>
            <a:spLocks noGrp="1"/>
          </p:cNvSpPr>
          <p:nvPr>
            <p:ph type="sldNum" idx="6"/>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等线"/>
              </a:defRPr>
            </a:lvl1pPr>
          </a:lstStyle>
          <a:p>
            <a:pPr indent="0" algn="r" defTabSz="914400">
              <a:lnSpc>
                <a:spcPct val="100000"/>
              </a:lnSpc>
              <a:buNone/>
            </a:pPr>
            <a:fld id="{499C45B1-93EB-4076-A749-F66E604DA6EB}" type="slidenum">
              <a:rPr b="0" lang="en-US" sz="1200" strike="noStrike" u="none">
                <a:solidFill>
                  <a:schemeClr val="dk1">
                    <a:tint val="75000"/>
                  </a:schemeClr>
                </a:solidFill>
                <a:effectLst/>
                <a:uFillTx/>
                <a:latin typeface="等线"/>
              </a:rPr>
              <a:t>&lt;编号&gt;</a:t>
            </a:fld>
            <a:endParaRPr b="0" lang="en-US"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8724960" y="365040"/>
            <a:ext cx="2628720" cy="5811480"/>
          </a:xfrm>
          <a:prstGeom prst="rect">
            <a:avLst/>
          </a:prstGeom>
          <a:noFill/>
          <a:ln w="0">
            <a:noFill/>
          </a:ln>
        </p:spPr>
        <p:txBody>
          <a:bodyPr lIns="91440" rIns="91440" tIns="45720" bIns="45720" anchor="t" anchorCtr="1" vert="eaVert">
            <a:noAutofit/>
          </a:bodyPr>
          <a:p>
            <a:pPr indent="0" defTabSz="914400">
              <a:lnSpc>
                <a:spcPct val="90000"/>
              </a:lnSpc>
              <a:buNone/>
            </a:pPr>
            <a:r>
              <a:rPr b="0" lang="zh-CN" sz="4400" strike="noStrike" u="none">
                <a:solidFill>
                  <a:schemeClr val="dk1"/>
                </a:solidFill>
                <a:effectLst/>
                <a:uFillTx/>
                <a:latin typeface="等线 Light"/>
              </a:rPr>
              <a:t>单击此处编辑母版标题样式</a:t>
            </a:r>
            <a:endParaRPr b="0" lang="en-US" sz="4400" strike="noStrike" u="none">
              <a:solidFill>
                <a:schemeClr val="dk1"/>
              </a:solidFill>
              <a:effectLst/>
              <a:uFillTx/>
              <a:latin typeface="等线"/>
            </a:endParaRPr>
          </a:p>
        </p:txBody>
      </p:sp>
      <p:sp>
        <p:nvSpPr>
          <p:cNvPr id="14" name="PlaceHolder 2"/>
          <p:cNvSpPr>
            <a:spLocks noGrp="1"/>
          </p:cNvSpPr>
          <p:nvPr>
            <p:ph type="body"/>
          </p:nvPr>
        </p:nvSpPr>
        <p:spPr>
          <a:xfrm>
            <a:off x="838080" y="365040"/>
            <a:ext cx="7733880" cy="5811480"/>
          </a:xfrm>
          <a:prstGeom prst="rect">
            <a:avLst/>
          </a:prstGeom>
          <a:noFill/>
          <a:ln w="0">
            <a:noFill/>
          </a:ln>
        </p:spPr>
        <p:txBody>
          <a:bodyPr lIns="91440" rIns="91440" tIns="45720" bIns="45720" anchor="t" vert="eaVert">
            <a:noAutofit/>
          </a:bodyPr>
          <a:p>
            <a:pPr marL="432000" indent="-324000" defTabSz="914400">
              <a:lnSpc>
                <a:spcPct val="90000"/>
              </a:lnSpc>
              <a:spcBef>
                <a:spcPts val="1001"/>
              </a:spcBef>
              <a:buClr>
                <a:srgbClr val="000000"/>
              </a:buClr>
              <a:buSzPct val="45000"/>
              <a:buFont typeface="Wingdings" charset="2"/>
              <a:buChar char=""/>
            </a:pPr>
            <a:r>
              <a:rPr b="0" lang="zh-CN" sz="2800" strike="noStrike" u="none">
                <a:solidFill>
                  <a:schemeClr val="dk1"/>
                </a:solidFill>
                <a:effectLst/>
                <a:uFillTx/>
                <a:latin typeface="等线"/>
              </a:rPr>
              <a:t>单击此处编辑母版文本样式</a:t>
            </a:r>
            <a:endParaRPr b="0" lang="en-US" sz="2800" strike="noStrike" u="none">
              <a:solidFill>
                <a:schemeClr val="dk1"/>
              </a:solidFill>
              <a:effectLst/>
              <a:uFillTx/>
              <a:latin typeface="等线"/>
            </a:endParaRPr>
          </a:p>
          <a:p>
            <a:pPr lvl="1" marL="864000" indent="-324000" defTabSz="914400">
              <a:lnSpc>
                <a:spcPct val="90000"/>
              </a:lnSpc>
              <a:spcBef>
                <a:spcPts val="499"/>
              </a:spcBef>
              <a:buClr>
                <a:srgbClr val="000000"/>
              </a:buClr>
              <a:buSzPct val="75000"/>
              <a:buFont typeface="Symbol" charset="2"/>
              <a:buChar char=""/>
            </a:pPr>
            <a:r>
              <a:rPr b="0" lang="zh-CN" sz="2400" strike="noStrike" u="none">
                <a:solidFill>
                  <a:schemeClr val="dk1"/>
                </a:solidFill>
                <a:effectLst/>
                <a:uFillTx/>
                <a:latin typeface="等线"/>
              </a:rPr>
              <a:t>二级</a:t>
            </a:r>
            <a:endParaRPr b="0" lang="en-US" sz="2400" strike="noStrike" u="none">
              <a:solidFill>
                <a:schemeClr val="dk1"/>
              </a:solidFill>
              <a:effectLst/>
              <a:uFillTx/>
              <a:latin typeface="等线"/>
            </a:endParaRPr>
          </a:p>
          <a:p>
            <a:pPr lvl="2" marL="1296000" indent="-288000" defTabSz="914400">
              <a:lnSpc>
                <a:spcPct val="90000"/>
              </a:lnSpc>
              <a:spcBef>
                <a:spcPts val="499"/>
              </a:spcBef>
              <a:buClr>
                <a:srgbClr val="000000"/>
              </a:buClr>
              <a:buSzPct val="45000"/>
              <a:buFont typeface="Wingdings" charset="2"/>
              <a:buChar char=""/>
            </a:pPr>
            <a:r>
              <a:rPr b="0" lang="zh-CN" sz="2000" strike="noStrike" u="none">
                <a:solidFill>
                  <a:schemeClr val="dk1"/>
                </a:solidFill>
                <a:effectLst/>
                <a:uFillTx/>
                <a:latin typeface="等线"/>
              </a:rPr>
              <a:t>三级</a:t>
            </a:r>
            <a:endParaRPr b="0" lang="en-US" sz="2000" strike="noStrike" u="none">
              <a:solidFill>
                <a:schemeClr val="dk1"/>
              </a:solidFill>
              <a:effectLst/>
              <a:uFillTx/>
              <a:latin typeface="等线"/>
            </a:endParaRPr>
          </a:p>
          <a:p>
            <a:pPr lvl="3" marL="1728000" indent="-216000" defTabSz="914400">
              <a:lnSpc>
                <a:spcPct val="90000"/>
              </a:lnSpc>
              <a:spcBef>
                <a:spcPts val="499"/>
              </a:spcBef>
              <a:buClr>
                <a:srgbClr val="000000"/>
              </a:buClr>
              <a:buSzPct val="75000"/>
              <a:buFont typeface="Symbol" charset="2"/>
              <a:buChar char=""/>
            </a:pPr>
            <a:r>
              <a:rPr b="0" lang="zh-CN" sz="1800" strike="noStrike" u="none">
                <a:solidFill>
                  <a:schemeClr val="dk1"/>
                </a:solidFill>
                <a:effectLst/>
                <a:uFillTx/>
                <a:latin typeface="等线"/>
              </a:rPr>
              <a:t>四级</a:t>
            </a:r>
            <a:endParaRPr b="0" lang="en-US" sz="1800" strike="noStrike" u="none">
              <a:solidFill>
                <a:schemeClr val="dk1"/>
              </a:solidFill>
              <a:effectLst/>
              <a:uFillTx/>
              <a:latin typeface="等线"/>
            </a:endParaRPr>
          </a:p>
          <a:p>
            <a:pPr lvl="4" marL="2160000" indent="-216000" defTabSz="914400">
              <a:lnSpc>
                <a:spcPct val="90000"/>
              </a:lnSpc>
              <a:spcBef>
                <a:spcPts val="499"/>
              </a:spcBef>
              <a:buClr>
                <a:srgbClr val="000000"/>
              </a:buClr>
              <a:buSzPct val="45000"/>
              <a:buFont typeface="Wingdings" charset="2"/>
              <a:buChar char=""/>
            </a:pPr>
            <a:r>
              <a:rPr b="0" lang="zh-CN" sz="1800" strike="noStrike" u="none">
                <a:solidFill>
                  <a:schemeClr val="dk1"/>
                </a:solidFill>
                <a:effectLst/>
                <a:uFillTx/>
                <a:latin typeface="等线"/>
              </a:rPr>
              <a:t>五级</a:t>
            </a:r>
            <a:endParaRPr b="0" lang="en-US" sz="1800" strike="noStrike" u="none">
              <a:solidFill>
                <a:schemeClr val="dk1"/>
              </a:solidFill>
              <a:effectLst/>
              <a:uFillTx/>
              <a:latin typeface="等线"/>
            </a:endParaRPr>
          </a:p>
        </p:txBody>
      </p:sp>
      <p:sp>
        <p:nvSpPr>
          <p:cNvPr id="15" name="PlaceHolder 3"/>
          <p:cNvSpPr>
            <a:spLocks noGrp="1"/>
          </p:cNvSpPr>
          <p:nvPr>
            <p:ph type="dt" idx="7"/>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等线"/>
              </a:defRPr>
            </a:lvl1pPr>
          </a:lstStyle>
          <a:p>
            <a:pPr indent="0" defTabSz="914400">
              <a:lnSpc>
                <a:spcPct val="100000"/>
              </a:lnSpc>
              <a:buNone/>
            </a:pPr>
            <a:r>
              <a:rPr b="0" lang="en-US" sz="1200" strike="noStrike" u="none">
                <a:solidFill>
                  <a:schemeClr val="dk1">
                    <a:tint val="75000"/>
                  </a:schemeClr>
                </a:solidFill>
                <a:effectLst/>
                <a:uFillTx/>
                <a:latin typeface="等线"/>
              </a:rPr>
              <a:t>&lt;日期/时间&gt;</a:t>
            </a:r>
            <a:endParaRPr b="0" lang="en-US" sz="1200" strike="noStrike" u="none">
              <a:solidFill>
                <a:srgbClr val="000000"/>
              </a:solidFill>
              <a:effectLst/>
              <a:uFillTx/>
              <a:latin typeface="Times New Roman"/>
            </a:endParaRPr>
          </a:p>
        </p:txBody>
      </p:sp>
      <p:sp>
        <p:nvSpPr>
          <p:cNvPr id="16" name="PlaceHolder 4"/>
          <p:cNvSpPr>
            <a:spLocks noGrp="1"/>
          </p:cNvSpPr>
          <p:nvPr>
            <p:ph type="ftr" idx="8"/>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&lt;页脚&gt;</a:t>
            </a:r>
            <a:endParaRPr b="0" lang="en-US" sz="1400" strike="noStrike" u="none">
              <a:solidFill>
                <a:srgbClr val="000000"/>
              </a:solidFill>
              <a:effectLst/>
              <a:uFillTx/>
              <a:latin typeface="Times New Roman"/>
            </a:endParaRPr>
          </a:p>
        </p:txBody>
      </p:sp>
      <p:sp>
        <p:nvSpPr>
          <p:cNvPr id="17" name="PlaceHolder 5"/>
          <p:cNvSpPr>
            <a:spLocks noGrp="1"/>
          </p:cNvSpPr>
          <p:nvPr>
            <p:ph type="sldNum" idx="9"/>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等线"/>
              </a:defRPr>
            </a:lvl1pPr>
          </a:lstStyle>
          <a:p>
            <a:pPr indent="0" algn="r" defTabSz="914400">
              <a:lnSpc>
                <a:spcPct val="100000"/>
              </a:lnSpc>
              <a:buNone/>
            </a:pPr>
            <a:fld id="{7A1F1A47-541F-4015-9296-D398F8EE05A7}" type="slidenum">
              <a:rPr b="0" lang="en-US" sz="1200" strike="noStrike" u="none">
                <a:solidFill>
                  <a:schemeClr val="dk1">
                    <a:tint val="75000"/>
                  </a:schemeClr>
                </a:solidFill>
                <a:effectLst/>
                <a:uFillTx/>
                <a:latin typeface="等线"/>
              </a:rPr>
              <a:t>&lt;编号&gt;</a:t>
            </a:fld>
            <a:endParaRPr b="0" lang="en-US"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zh-CN" sz="4400" strike="noStrike" u="none">
                <a:solidFill>
                  <a:schemeClr val="dk1"/>
                </a:solidFill>
                <a:effectLst/>
                <a:uFillTx/>
                <a:latin typeface="等线 Light"/>
              </a:rPr>
              <a:t>单击此处编辑母版标题样式</a:t>
            </a:r>
            <a:endParaRPr b="0" lang="en-US" sz="4400" strike="noStrike" u="none">
              <a:solidFill>
                <a:schemeClr val="dk1"/>
              </a:solidFill>
              <a:effectLst/>
              <a:uFillTx/>
              <a:latin typeface="等线"/>
            </a:endParaRPr>
          </a:p>
        </p:txBody>
      </p:sp>
      <p:sp>
        <p:nvSpPr>
          <p:cNvPr id="21"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a:noAutofit/>
          </a:bodyPr>
          <a:p>
            <a:pPr marL="432000" indent="-324000" defTabSz="914400">
              <a:lnSpc>
                <a:spcPct val="90000"/>
              </a:lnSpc>
              <a:spcBef>
                <a:spcPts val="1001"/>
              </a:spcBef>
              <a:buClr>
                <a:srgbClr val="000000"/>
              </a:buClr>
              <a:buSzPct val="45000"/>
              <a:buFont typeface="Wingdings" charset="2"/>
              <a:buChar char=""/>
            </a:pPr>
            <a:r>
              <a:rPr b="0" lang="zh-CN" sz="2800" strike="noStrike" u="none">
                <a:solidFill>
                  <a:schemeClr val="dk1"/>
                </a:solidFill>
                <a:effectLst/>
                <a:uFillTx/>
                <a:latin typeface="等线"/>
              </a:rPr>
              <a:t>单击此处编辑母版文本样式</a:t>
            </a:r>
            <a:endParaRPr b="0" lang="en-US" sz="2800" strike="noStrike" u="none">
              <a:solidFill>
                <a:schemeClr val="dk1"/>
              </a:solidFill>
              <a:effectLst/>
              <a:uFillTx/>
              <a:latin typeface="等线"/>
            </a:endParaRPr>
          </a:p>
          <a:p>
            <a:pPr lvl="1" marL="864000" indent="-324000" defTabSz="914400">
              <a:lnSpc>
                <a:spcPct val="90000"/>
              </a:lnSpc>
              <a:spcBef>
                <a:spcPts val="499"/>
              </a:spcBef>
              <a:buClr>
                <a:srgbClr val="000000"/>
              </a:buClr>
              <a:buSzPct val="75000"/>
              <a:buFont typeface="Symbol" charset="2"/>
              <a:buChar char=""/>
            </a:pPr>
            <a:r>
              <a:rPr b="0" lang="zh-CN" sz="2400" strike="noStrike" u="none">
                <a:solidFill>
                  <a:schemeClr val="dk1"/>
                </a:solidFill>
                <a:effectLst/>
                <a:uFillTx/>
                <a:latin typeface="等线"/>
              </a:rPr>
              <a:t>二级</a:t>
            </a:r>
            <a:endParaRPr b="0" lang="en-US" sz="2400" strike="noStrike" u="none">
              <a:solidFill>
                <a:schemeClr val="dk1"/>
              </a:solidFill>
              <a:effectLst/>
              <a:uFillTx/>
              <a:latin typeface="等线"/>
            </a:endParaRPr>
          </a:p>
          <a:p>
            <a:pPr lvl="2" marL="1296000" indent="-288000" defTabSz="914400">
              <a:lnSpc>
                <a:spcPct val="90000"/>
              </a:lnSpc>
              <a:spcBef>
                <a:spcPts val="499"/>
              </a:spcBef>
              <a:buClr>
                <a:srgbClr val="000000"/>
              </a:buClr>
              <a:buSzPct val="45000"/>
              <a:buFont typeface="Wingdings" charset="2"/>
              <a:buChar char=""/>
            </a:pPr>
            <a:r>
              <a:rPr b="0" lang="zh-CN" sz="2000" strike="noStrike" u="none">
                <a:solidFill>
                  <a:schemeClr val="dk1"/>
                </a:solidFill>
                <a:effectLst/>
                <a:uFillTx/>
                <a:latin typeface="等线"/>
              </a:rPr>
              <a:t>三级</a:t>
            </a:r>
            <a:endParaRPr b="0" lang="en-US" sz="2000" strike="noStrike" u="none">
              <a:solidFill>
                <a:schemeClr val="dk1"/>
              </a:solidFill>
              <a:effectLst/>
              <a:uFillTx/>
              <a:latin typeface="等线"/>
            </a:endParaRPr>
          </a:p>
          <a:p>
            <a:pPr lvl="3" marL="1728000" indent="-216000" defTabSz="914400">
              <a:lnSpc>
                <a:spcPct val="90000"/>
              </a:lnSpc>
              <a:spcBef>
                <a:spcPts val="499"/>
              </a:spcBef>
              <a:buClr>
                <a:srgbClr val="000000"/>
              </a:buClr>
              <a:buSzPct val="75000"/>
              <a:buFont typeface="Symbol" charset="2"/>
              <a:buChar char=""/>
            </a:pPr>
            <a:r>
              <a:rPr b="0" lang="zh-CN" sz="1800" strike="noStrike" u="none">
                <a:solidFill>
                  <a:schemeClr val="dk1"/>
                </a:solidFill>
                <a:effectLst/>
                <a:uFillTx/>
                <a:latin typeface="等线"/>
              </a:rPr>
              <a:t>四级</a:t>
            </a:r>
            <a:endParaRPr b="0" lang="en-US" sz="1800" strike="noStrike" u="none">
              <a:solidFill>
                <a:schemeClr val="dk1"/>
              </a:solidFill>
              <a:effectLst/>
              <a:uFillTx/>
              <a:latin typeface="等线"/>
            </a:endParaRPr>
          </a:p>
          <a:p>
            <a:pPr lvl="4" marL="2160000" indent="-216000" defTabSz="914400">
              <a:lnSpc>
                <a:spcPct val="90000"/>
              </a:lnSpc>
              <a:spcBef>
                <a:spcPts val="499"/>
              </a:spcBef>
              <a:buClr>
                <a:srgbClr val="000000"/>
              </a:buClr>
              <a:buSzPct val="45000"/>
              <a:buFont typeface="Wingdings" charset="2"/>
              <a:buChar char=""/>
            </a:pPr>
            <a:r>
              <a:rPr b="0" lang="zh-CN" sz="1800" strike="noStrike" u="none">
                <a:solidFill>
                  <a:schemeClr val="dk1"/>
                </a:solidFill>
                <a:effectLst/>
                <a:uFillTx/>
                <a:latin typeface="等线"/>
              </a:rPr>
              <a:t>五级</a:t>
            </a:r>
            <a:endParaRPr b="0" lang="en-US" sz="1800" strike="noStrike" u="none">
              <a:solidFill>
                <a:schemeClr val="dk1"/>
              </a:solidFill>
              <a:effectLst/>
              <a:uFillTx/>
              <a:latin typeface="等线"/>
            </a:endParaRPr>
          </a:p>
        </p:txBody>
      </p:sp>
      <p:sp>
        <p:nvSpPr>
          <p:cNvPr id="22" name="PlaceHolder 3"/>
          <p:cNvSpPr>
            <a:spLocks noGrp="1"/>
          </p:cNvSpPr>
          <p:nvPr>
            <p:ph type="dt" idx="10"/>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等线"/>
              </a:defRPr>
            </a:lvl1pPr>
          </a:lstStyle>
          <a:p>
            <a:pPr indent="0" defTabSz="914400">
              <a:lnSpc>
                <a:spcPct val="100000"/>
              </a:lnSpc>
              <a:buNone/>
            </a:pPr>
            <a:r>
              <a:rPr b="0" lang="en-US" sz="1200" strike="noStrike" u="none">
                <a:solidFill>
                  <a:schemeClr val="dk1">
                    <a:tint val="75000"/>
                  </a:schemeClr>
                </a:solidFill>
                <a:effectLst/>
                <a:uFillTx/>
                <a:latin typeface="等线"/>
              </a:rPr>
              <a:t>&lt;日期/时间&gt;</a:t>
            </a:r>
            <a:endParaRPr b="0" lang="en-US" sz="1200" strike="noStrike" u="none">
              <a:solidFill>
                <a:srgbClr val="000000"/>
              </a:solidFill>
              <a:effectLst/>
              <a:uFillTx/>
              <a:latin typeface="Times New Roman"/>
            </a:endParaRPr>
          </a:p>
        </p:txBody>
      </p:sp>
      <p:sp>
        <p:nvSpPr>
          <p:cNvPr id="23" name="PlaceHolder 4"/>
          <p:cNvSpPr>
            <a:spLocks noGrp="1"/>
          </p:cNvSpPr>
          <p:nvPr>
            <p:ph type="ftr" idx="11"/>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&lt;页脚&gt;</a:t>
            </a:r>
            <a:endParaRPr b="0" lang="en-US" sz="1400" strike="noStrike" u="none">
              <a:solidFill>
                <a:srgbClr val="000000"/>
              </a:solidFill>
              <a:effectLst/>
              <a:uFillTx/>
              <a:latin typeface="Times New Roman"/>
            </a:endParaRPr>
          </a:p>
        </p:txBody>
      </p:sp>
      <p:sp>
        <p:nvSpPr>
          <p:cNvPr id="24" name="PlaceHolder 5"/>
          <p:cNvSpPr>
            <a:spLocks noGrp="1"/>
          </p:cNvSpPr>
          <p:nvPr>
            <p:ph type="sldNum" idx="12"/>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等线"/>
              </a:defRPr>
            </a:lvl1pPr>
          </a:lstStyle>
          <a:p>
            <a:pPr indent="0" algn="r" defTabSz="914400">
              <a:lnSpc>
                <a:spcPct val="100000"/>
              </a:lnSpc>
              <a:buNone/>
            </a:pPr>
            <a:fld id="{6ABD5A22-96AD-40D1-83CB-CE29932C9B6E}" type="slidenum">
              <a:rPr b="0" lang="en-US" sz="1200" strike="noStrike" u="none">
                <a:solidFill>
                  <a:schemeClr val="dk1">
                    <a:tint val="75000"/>
                  </a:schemeClr>
                </a:solidFill>
                <a:effectLst/>
                <a:uFillTx/>
                <a:latin typeface="等线"/>
              </a:rPr>
              <a:t>&lt;编号&gt;</a:t>
            </a:fld>
            <a:endParaRPr b="0" lang="en-US"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31960" y="1709640"/>
            <a:ext cx="10515240" cy="2852280"/>
          </a:xfrm>
          <a:prstGeom prst="rect">
            <a:avLst/>
          </a:prstGeom>
          <a:noFill/>
          <a:ln w="0">
            <a:noFill/>
          </a:ln>
        </p:spPr>
        <p:txBody>
          <a:bodyPr lIns="91440" rIns="91440" tIns="45720" bIns="45720" anchor="b">
            <a:noAutofit/>
          </a:bodyPr>
          <a:p>
            <a:pPr indent="0" defTabSz="914400">
              <a:lnSpc>
                <a:spcPct val="90000"/>
              </a:lnSpc>
              <a:buNone/>
            </a:pPr>
            <a:r>
              <a:rPr b="0" lang="zh-CN" sz="6000" strike="noStrike" u="none">
                <a:solidFill>
                  <a:schemeClr val="dk1"/>
                </a:solidFill>
                <a:effectLst/>
                <a:uFillTx/>
                <a:latin typeface="等线 Light"/>
              </a:rPr>
              <a:t>单击此处编辑母版标题样式</a:t>
            </a:r>
            <a:endParaRPr b="0" lang="en-US" sz="6000" strike="noStrike" u="none">
              <a:solidFill>
                <a:schemeClr val="dk1"/>
              </a:solidFill>
              <a:effectLst/>
              <a:uFillTx/>
              <a:latin typeface="等线"/>
            </a:endParaRPr>
          </a:p>
        </p:txBody>
      </p:sp>
      <p:sp>
        <p:nvSpPr>
          <p:cNvPr id="28" name="PlaceHolder 2"/>
          <p:cNvSpPr>
            <a:spLocks noGrp="1"/>
          </p:cNvSpPr>
          <p:nvPr>
            <p:ph type="body"/>
          </p:nvPr>
        </p:nvSpPr>
        <p:spPr>
          <a:xfrm>
            <a:off x="831960" y="4589640"/>
            <a:ext cx="10515240" cy="1499760"/>
          </a:xfrm>
          <a:prstGeom prst="rect">
            <a:avLst/>
          </a:prstGeom>
          <a:noFill/>
          <a:ln w="0">
            <a:noFill/>
          </a:ln>
        </p:spPr>
        <p:txBody>
          <a:bodyPr lIns="91440" rIns="91440" tIns="45720" bIns="45720" anchor="t">
            <a:noAutofit/>
          </a:bodyPr>
          <a:p>
            <a:pPr marL="432000" indent="-324000" defTabSz="914400">
              <a:lnSpc>
                <a:spcPct val="90000"/>
              </a:lnSpc>
              <a:spcBef>
                <a:spcPts val="1001"/>
              </a:spcBef>
              <a:buClr>
                <a:srgbClr val="000000"/>
              </a:buClr>
              <a:buSzPct val="45000"/>
              <a:buFont typeface="Wingdings" charset="2"/>
              <a:buChar char=""/>
              <a:tabLst>
                <a:tab algn="l" pos="0"/>
              </a:tabLst>
            </a:pPr>
            <a:r>
              <a:rPr b="0" lang="zh-CN" sz="2400" strike="noStrike" u="none">
                <a:solidFill>
                  <a:schemeClr val="dk1">
                    <a:tint val="75000"/>
                  </a:schemeClr>
                </a:solidFill>
                <a:effectLst/>
                <a:uFillTx/>
                <a:latin typeface="等线"/>
              </a:rPr>
              <a:t>单击此处编辑母版文本样式</a:t>
            </a:r>
            <a:endParaRPr b="0" lang="en-US" sz="2400" strike="noStrike" u="none">
              <a:solidFill>
                <a:schemeClr val="dk1"/>
              </a:solidFill>
              <a:effectLst/>
              <a:uFillTx/>
              <a:latin typeface="等线"/>
            </a:endParaRPr>
          </a:p>
        </p:txBody>
      </p:sp>
      <p:sp>
        <p:nvSpPr>
          <p:cNvPr id="29" name="PlaceHolder 3"/>
          <p:cNvSpPr>
            <a:spLocks noGrp="1"/>
          </p:cNvSpPr>
          <p:nvPr>
            <p:ph type="dt" idx="13"/>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等线"/>
              </a:defRPr>
            </a:lvl1pPr>
          </a:lstStyle>
          <a:p>
            <a:pPr indent="0" defTabSz="914400">
              <a:lnSpc>
                <a:spcPct val="100000"/>
              </a:lnSpc>
              <a:buNone/>
            </a:pPr>
            <a:r>
              <a:rPr b="0" lang="en-US" sz="1200" strike="noStrike" u="none">
                <a:solidFill>
                  <a:schemeClr val="dk1">
                    <a:tint val="75000"/>
                  </a:schemeClr>
                </a:solidFill>
                <a:effectLst/>
                <a:uFillTx/>
                <a:latin typeface="等线"/>
              </a:rPr>
              <a:t>&lt;日期/时间&gt;</a:t>
            </a:r>
            <a:endParaRPr b="0" lang="en-US" sz="1200" strike="noStrike" u="none">
              <a:solidFill>
                <a:srgbClr val="000000"/>
              </a:solidFill>
              <a:effectLst/>
              <a:uFillTx/>
              <a:latin typeface="Times New Roman"/>
            </a:endParaRPr>
          </a:p>
        </p:txBody>
      </p:sp>
      <p:sp>
        <p:nvSpPr>
          <p:cNvPr id="30" name="PlaceHolder 4"/>
          <p:cNvSpPr>
            <a:spLocks noGrp="1"/>
          </p:cNvSpPr>
          <p:nvPr>
            <p:ph type="ftr" idx="14"/>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&lt;页脚&gt;</a:t>
            </a:r>
            <a:endParaRPr b="0" lang="en-US" sz="1400" strike="noStrike" u="none">
              <a:solidFill>
                <a:srgbClr val="000000"/>
              </a:solidFill>
              <a:effectLst/>
              <a:uFillTx/>
              <a:latin typeface="Times New Roman"/>
            </a:endParaRPr>
          </a:p>
        </p:txBody>
      </p:sp>
      <p:sp>
        <p:nvSpPr>
          <p:cNvPr id="31" name="PlaceHolder 5"/>
          <p:cNvSpPr>
            <a:spLocks noGrp="1"/>
          </p:cNvSpPr>
          <p:nvPr>
            <p:ph type="sldNum" idx="15"/>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等线"/>
              </a:defRPr>
            </a:lvl1pPr>
          </a:lstStyle>
          <a:p>
            <a:pPr indent="0" algn="r" defTabSz="914400">
              <a:lnSpc>
                <a:spcPct val="100000"/>
              </a:lnSpc>
              <a:buNone/>
            </a:pPr>
            <a:fld id="{760D06CE-E900-4878-8ABD-3956BD14C10B}" type="slidenum">
              <a:rPr b="0" lang="en-US" sz="1200" strike="noStrike" u="none">
                <a:solidFill>
                  <a:schemeClr val="dk1">
                    <a:tint val="75000"/>
                  </a:schemeClr>
                </a:solidFill>
                <a:effectLst/>
                <a:uFillTx/>
                <a:latin typeface="等线"/>
              </a:rPr>
              <a:t>&lt;编号&gt;</a:t>
            </a:fld>
            <a:endParaRPr b="0" lang="en-US"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zh-CN" sz="4400" strike="noStrike" u="none">
                <a:solidFill>
                  <a:schemeClr val="dk1"/>
                </a:solidFill>
                <a:effectLst/>
                <a:uFillTx/>
                <a:latin typeface="等线 Light"/>
              </a:rPr>
              <a:t>单击此处编辑母版标题样式</a:t>
            </a:r>
            <a:endParaRPr b="0" lang="en-US" sz="4400" strike="noStrike" u="none">
              <a:solidFill>
                <a:schemeClr val="dk1"/>
              </a:solidFill>
              <a:effectLst/>
              <a:uFillTx/>
              <a:latin typeface="等线"/>
            </a:endParaRPr>
          </a:p>
        </p:txBody>
      </p:sp>
      <p:sp>
        <p:nvSpPr>
          <p:cNvPr id="33" name="PlaceHolder 2"/>
          <p:cNvSpPr>
            <a:spLocks noGrp="1"/>
          </p:cNvSpPr>
          <p:nvPr>
            <p:ph type="body"/>
          </p:nvPr>
        </p:nvSpPr>
        <p:spPr>
          <a:xfrm>
            <a:off x="838080" y="1825560"/>
            <a:ext cx="5181120" cy="4350960"/>
          </a:xfrm>
          <a:prstGeom prst="rect">
            <a:avLst/>
          </a:prstGeom>
          <a:noFill/>
          <a:ln w="0">
            <a:noFill/>
          </a:ln>
        </p:spPr>
        <p:txBody>
          <a:bodyPr lIns="91440" rIns="91440" tIns="45720" bIns="45720" anchor="t">
            <a:noAutofit/>
          </a:bodyPr>
          <a:p>
            <a:pPr marL="432000" indent="-324000" defTabSz="914400">
              <a:lnSpc>
                <a:spcPct val="90000"/>
              </a:lnSpc>
              <a:spcBef>
                <a:spcPts val="1001"/>
              </a:spcBef>
              <a:buClr>
                <a:srgbClr val="000000"/>
              </a:buClr>
              <a:buSzPct val="45000"/>
              <a:buFont typeface="Wingdings" charset="2"/>
              <a:buChar char=""/>
            </a:pPr>
            <a:r>
              <a:rPr b="0" lang="zh-CN" sz="2800" strike="noStrike" u="none">
                <a:solidFill>
                  <a:schemeClr val="dk1"/>
                </a:solidFill>
                <a:effectLst/>
                <a:uFillTx/>
                <a:latin typeface="等线"/>
              </a:rPr>
              <a:t>单击此处编辑母版文本样式</a:t>
            </a:r>
            <a:endParaRPr b="0" lang="en-US" sz="2800" strike="noStrike" u="none">
              <a:solidFill>
                <a:schemeClr val="dk1"/>
              </a:solidFill>
              <a:effectLst/>
              <a:uFillTx/>
              <a:latin typeface="等线"/>
            </a:endParaRPr>
          </a:p>
          <a:p>
            <a:pPr lvl="1" marL="864000" indent="-324000" defTabSz="914400">
              <a:lnSpc>
                <a:spcPct val="90000"/>
              </a:lnSpc>
              <a:spcBef>
                <a:spcPts val="499"/>
              </a:spcBef>
              <a:buClr>
                <a:srgbClr val="000000"/>
              </a:buClr>
              <a:buSzPct val="75000"/>
              <a:buFont typeface="Symbol" charset="2"/>
              <a:buChar char=""/>
            </a:pPr>
            <a:r>
              <a:rPr b="0" lang="zh-CN" sz="2400" strike="noStrike" u="none">
                <a:solidFill>
                  <a:schemeClr val="dk1"/>
                </a:solidFill>
                <a:effectLst/>
                <a:uFillTx/>
                <a:latin typeface="等线"/>
              </a:rPr>
              <a:t>二级</a:t>
            </a:r>
            <a:endParaRPr b="0" lang="en-US" sz="2400" strike="noStrike" u="none">
              <a:solidFill>
                <a:schemeClr val="dk1"/>
              </a:solidFill>
              <a:effectLst/>
              <a:uFillTx/>
              <a:latin typeface="等线"/>
            </a:endParaRPr>
          </a:p>
          <a:p>
            <a:pPr lvl="2" marL="1296000" indent="-288000" defTabSz="914400">
              <a:lnSpc>
                <a:spcPct val="90000"/>
              </a:lnSpc>
              <a:spcBef>
                <a:spcPts val="499"/>
              </a:spcBef>
              <a:buClr>
                <a:srgbClr val="000000"/>
              </a:buClr>
              <a:buSzPct val="45000"/>
              <a:buFont typeface="Wingdings" charset="2"/>
              <a:buChar char=""/>
            </a:pPr>
            <a:r>
              <a:rPr b="0" lang="zh-CN" sz="2000" strike="noStrike" u="none">
                <a:solidFill>
                  <a:schemeClr val="dk1"/>
                </a:solidFill>
                <a:effectLst/>
                <a:uFillTx/>
                <a:latin typeface="等线"/>
              </a:rPr>
              <a:t>三级</a:t>
            </a:r>
            <a:endParaRPr b="0" lang="en-US" sz="2000" strike="noStrike" u="none">
              <a:solidFill>
                <a:schemeClr val="dk1"/>
              </a:solidFill>
              <a:effectLst/>
              <a:uFillTx/>
              <a:latin typeface="等线"/>
            </a:endParaRPr>
          </a:p>
          <a:p>
            <a:pPr lvl="3" marL="1728000" indent="-216000" defTabSz="914400">
              <a:lnSpc>
                <a:spcPct val="90000"/>
              </a:lnSpc>
              <a:spcBef>
                <a:spcPts val="499"/>
              </a:spcBef>
              <a:buClr>
                <a:srgbClr val="000000"/>
              </a:buClr>
              <a:buSzPct val="75000"/>
              <a:buFont typeface="Symbol" charset="2"/>
              <a:buChar char=""/>
            </a:pPr>
            <a:r>
              <a:rPr b="0" lang="zh-CN" sz="1800" strike="noStrike" u="none">
                <a:solidFill>
                  <a:schemeClr val="dk1"/>
                </a:solidFill>
                <a:effectLst/>
                <a:uFillTx/>
                <a:latin typeface="等线"/>
              </a:rPr>
              <a:t>四级</a:t>
            </a:r>
            <a:endParaRPr b="0" lang="en-US" sz="1800" strike="noStrike" u="none">
              <a:solidFill>
                <a:schemeClr val="dk1"/>
              </a:solidFill>
              <a:effectLst/>
              <a:uFillTx/>
              <a:latin typeface="等线"/>
            </a:endParaRPr>
          </a:p>
          <a:p>
            <a:pPr lvl="4" marL="2160000" indent="-216000" defTabSz="914400">
              <a:lnSpc>
                <a:spcPct val="90000"/>
              </a:lnSpc>
              <a:spcBef>
                <a:spcPts val="499"/>
              </a:spcBef>
              <a:buClr>
                <a:srgbClr val="000000"/>
              </a:buClr>
              <a:buSzPct val="45000"/>
              <a:buFont typeface="Wingdings" charset="2"/>
              <a:buChar char=""/>
            </a:pPr>
            <a:r>
              <a:rPr b="0" lang="zh-CN" sz="1800" strike="noStrike" u="none">
                <a:solidFill>
                  <a:schemeClr val="dk1"/>
                </a:solidFill>
                <a:effectLst/>
                <a:uFillTx/>
                <a:latin typeface="等线"/>
              </a:rPr>
              <a:t>五级</a:t>
            </a:r>
            <a:endParaRPr b="0" lang="en-US" sz="1800" strike="noStrike" u="none">
              <a:solidFill>
                <a:schemeClr val="dk1"/>
              </a:solidFill>
              <a:effectLst/>
              <a:uFillTx/>
              <a:latin typeface="等线"/>
            </a:endParaRPr>
          </a:p>
        </p:txBody>
      </p:sp>
      <p:sp>
        <p:nvSpPr>
          <p:cNvPr id="34" name="PlaceHolder 3"/>
          <p:cNvSpPr>
            <a:spLocks noGrp="1"/>
          </p:cNvSpPr>
          <p:nvPr>
            <p:ph type="body"/>
          </p:nvPr>
        </p:nvSpPr>
        <p:spPr>
          <a:xfrm>
            <a:off x="617220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zh-CN" sz="2800" strike="noStrike" u="none">
                <a:solidFill>
                  <a:schemeClr val="dk1"/>
                </a:solidFill>
                <a:effectLst/>
                <a:uFillTx/>
                <a:latin typeface="等线"/>
              </a:rPr>
              <a:t>单击此处编辑母版文本样式</a:t>
            </a:r>
            <a:endParaRPr b="0" lang="en-US" sz="2800" strike="noStrike" u="none">
              <a:solidFill>
                <a:schemeClr val="dk1"/>
              </a:solidFill>
              <a:effectLst/>
              <a:uFillTx/>
              <a:latin typeface="等线"/>
            </a:endParaRPr>
          </a:p>
          <a:p>
            <a:pPr lvl="1" marL="685800" indent="-228600" defTabSz="914400">
              <a:lnSpc>
                <a:spcPct val="90000"/>
              </a:lnSpc>
              <a:spcBef>
                <a:spcPts val="499"/>
              </a:spcBef>
              <a:buClr>
                <a:srgbClr val="000000"/>
              </a:buClr>
              <a:buFont typeface="Arial"/>
              <a:buChar char="•"/>
            </a:pPr>
            <a:r>
              <a:rPr b="0" lang="zh-CN" sz="2400" strike="noStrike" u="none">
                <a:solidFill>
                  <a:schemeClr val="dk1"/>
                </a:solidFill>
                <a:effectLst/>
                <a:uFillTx/>
                <a:latin typeface="等线"/>
              </a:rPr>
              <a:t>二级</a:t>
            </a:r>
            <a:endParaRPr b="0" lang="en-US" sz="2400" strike="noStrike" u="none">
              <a:solidFill>
                <a:schemeClr val="dk1"/>
              </a:solidFill>
              <a:effectLst/>
              <a:uFillTx/>
              <a:latin typeface="等线"/>
            </a:endParaRPr>
          </a:p>
          <a:p>
            <a:pPr lvl="2" marL="1143000" indent="-228600" defTabSz="914400">
              <a:lnSpc>
                <a:spcPct val="90000"/>
              </a:lnSpc>
              <a:spcBef>
                <a:spcPts val="499"/>
              </a:spcBef>
              <a:buClr>
                <a:srgbClr val="000000"/>
              </a:buClr>
              <a:buFont typeface="Arial"/>
              <a:buChar char="•"/>
            </a:pPr>
            <a:r>
              <a:rPr b="0" lang="zh-CN" sz="2000" strike="noStrike" u="none">
                <a:solidFill>
                  <a:schemeClr val="dk1"/>
                </a:solidFill>
                <a:effectLst/>
                <a:uFillTx/>
                <a:latin typeface="等线"/>
              </a:rPr>
              <a:t>三级</a:t>
            </a:r>
            <a:endParaRPr b="0" lang="en-US" sz="2000" strike="noStrike" u="none">
              <a:solidFill>
                <a:schemeClr val="dk1"/>
              </a:solidFill>
              <a:effectLst/>
              <a:uFillTx/>
              <a:latin typeface="等线"/>
            </a:endParaRPr>
          </a:p>
          <a:p>
            <a:pPr lvl="3" marL="1600200" indent="-228600" defTabSz="914400">
              <a:lnSpc>
                <a:spcPct val="90000"/>
              </a:lnSpc>
              <a:spcBef>
                <a:spcPts val="499"/>
              </a:spcBef>
              <a:buClr>
                <a:srgbClr val="000000"/>
              </a:buClr>
              <a:buFont typeface="Arial"/>
              <a:buChar char="•"/>
            </a:pPr>
            <a:r>
              <a:rPr b="0" lang="zh-CN" sz="1800" strike="noStrike" u="none">
                <a:solidFill>
                  <a:schemeClr val="dk1"/>
                </a:solidFill>
                <a:effectLst/>
                <a:uFillTx/>
                <a:latin typeface="等线"/>
              </a:rPr>
              <a:t>四级</a:t>
            </a:r>
            <a:endParaRPr b="0" lang="en-US" sz="1800" strike="noStrike" u="none">
              <a:solidFill>
                <a:schemeClr val="dk1"/>
              </a:solidFill>
              <a:effectLst/>
              <a:uFillTx/>
              <a:latin typeface="等线"/>
            </a:endParaRPr>
          </a:p>
          <a:p>
            <a:pPr lvl="4" marL="2057400" indent="-228600" defTabSz="914400">
              <a:lnSpc>
                <a:spcPct val="90000"/>
              </a:lnSpc>
              <a:spcBef>
                <a:spcPts val="499"/>
              </a:spcBef>
              <a:buClr>
                <a:srgbClr val="000000"/>
              </a:buClr>
              <a:buFont typeface="Arial"/>
              <a:buChar char="•"/>
            </a:pPr>
            <a:r>
              <a:rPr b="0" lang="zh-CN" sz="1800" strike="noStrike" u="none">
                <a:solidFill>
                  <a:schemeClr val="dk1"/>
                </a:solidFill>
                <a:effectLst/>
                <a:uFillTx/>
                <a:latin typeface="等线"/>
              </a:rPr>
              <a:t>五级</a:t>
            </a:r>
            <a:endParaRPr b="0" lang="en-US" sz="1800" strike="noStrike" u="none">
              <a:solidFill>
                <a:schemeClr val="dk1"/>
              </a:solidFill>
              <a:effectLst/>
              <a:uFillTx/>
              <a:latin typeface="等线"/>
            </a:endParaRPr>
          </a:p>
        </p:txBody>
      </p:sp>
      <p:sp>
        <p:nvSpPr>
          <p:cNvPr id="35" name="PlaceHolder 4"/>
          <p:cNvSpPr>
            <a:spLocks noGrp="1"/>
          </p:cNvSpPr>
          <p:nvPr>
            <p:ph type="dt" idx="16"/>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等线"/>
              </a:defRPr>
            </a:lvl1pPr>
          </a:lstStyle>
          <a:p>
            <a:pPr indent="0" defTabSz="914400">
              <a:lnSpc>
                <a:spcPct val="100000"/>
              </a:lnSpc>
              <a:buNone/>
            </a:pPr>
            <a:r>
              <a:rPr b="0" lang="en-US" sz="1200" strike="noStrike" u="none">
                <a:solidFill>
                  <a:schemeClr val="dk1">
                    <a:tint val="75000"/>
                  </a:schemeClr>
                </a:solidFill>
                <a:effectLst/>
                <a:uFillTx/>
                <a:latin typeface="等线"/>
              </a:rPr>
              <a:t>&lt;日期/时间&gt;</a:t>
            </a:r>
            <a:endParaRPr b="0" lang="en-US" sz="1200" strike="noStrike" u="none">
              <a:solidFill>
                <a:srgbClr val="000000"/>
              </a:solidFill>
              <a:effectLst/>
              <a:uFillTx/>
              <a:latin typeface="Times New Roman"/>
            </a:endParaRPr>
          </a:p>
        </p:txBody>
      </p:sp>
      <p:sp>
        <p:nvSpPr>
          <p:cNvPr id="36" name="PlaceHolder 5"/>
          <p:cNvSpPr>
            <a:spLocks noGrp="1"/>
          </p:cNvSpPr>
          <p:nvPr>
            <p:ph type="ftr" idx="17"/>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&lt;页脚&gt;</a:t>
            </a:r>
            <a:endParaRPr b="0" lang="en-US" sz="1400" strike="noStrike" u="none">
              <a:solidFill>
                <a:srgbClr val="000000"/>
              </a:solidFill>
              <a:effectLst/>
              <a:uFillTx/>
              <a:latin typeface="Times New Roman"/>
            </a:endParaRPr>
          </a:p>
        </p:txBody>
      </p:sp>
      <p:sp>
        <p:nvSpPr>
          <p:cNvPr id="37" name="PlaceHolder 6"/>
          <p:cNvSpPr>
            <a:spLocks noGrp="1"/>
          </p:cNvSpPr>
          <p:nvPr>
            <p:ph type="sldNum" idx="18"/>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等线"/>
              </a:defRPr>
            </a:lvl1pPr>
          </a:lstStyle>
          <a:p>
            <a:pPr indent="0" algn="r" defTabSz="914400">
              <a:lnSpc>
                <a:spcPct val="100000"/>
              </a:lnSpc>
              <a:buNone/>
            </a:pPr>
            <a:fld id="{EE5573DA-4891-40AD-A206-59CF235BD3BF}" type="slidenum">
              <a:rPr b="0" lang="en-US" sz="1200" strike="noStrike" u="none">
                <a:solidFill>
                  <a:schemeClr val="dk1">
                    <a:tint val="75000"/>
                  </a:schemeClr>
                </a:solidFill>
                <a:effectLst/>
                <a:uFillTx/>
                <a:latin typeface="等线"/>
              </a:rPr>
              <a:t>&lt;编号&gt;</a:t>
            </a:fld>
            <a:endParaRPr b="0" lang="en-US"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8398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zh-CN" sz="4400" strike="noStrike" u="none">
                <a:solidFill>
                  <a:schemeClr val="dk1"/>
                </a:solidFill>
                <a:effectLst/>
                <a:uFillTx/>
                <a:latin typeface="等线 Light"/>
              </a:rPr>
              <a:t>单击此处编辑母版标题样式</a:t>
            </a:r>
            <a:endParaRPr b="0" lang="en-US" sz="4400" strike="noStrike" u="none">
              <a:solidFill>
                <a:schemeClr val="dk1"/>
              </a:solidFill>
              <a:effectLst/>
              <a:uFillTx/>
              <a:latin typeface="等线"/>
            </a:endParaRPr>
          </a:p>
        </p:txBody>
      </p:sp>
      <p:sp>
        <p:nvSpPr>
          <p:cNvPr id="39" name="PlaceHolder 2"/>
          <p:cNvSpPr>
            <a:spLocks noGrp="1"/>
          </p:cNvSpPr>
          <p:nvPr>
            <p:ph type="body"/>
          </p:nvPr>
        </p:nvSpPr>
        <p:spPr>
          <a:xfrm>
            <a:off x="839880" y="1681200"/>
            <a:ext cx="5157360" cy="823680"/>
          </a:xfrm>
          <a:prstGeom prst="rect">
            <a:avLst/>
          </a:prstGeom>
          <a:noFill/>
          <a:ln w="0">
            <a:noFill/>
          </a:ln>
        </p:spPr>
        <p:txBody>
          <a:bodyPr lIns="91440" rIns="91440" tIns="45720" bIns="45720" anchor="b">
            <a:noAutofit/>
          </a:bodyPr>
          <a:p>
            <a:pPr marL="432000" indent="-324000" defTabSz="914400">
              <a:lnSpc>
                <a:spcPct val="90000"/>
              </a:lnSpc>
              <a:spcBef>
                <a:spcPts val="1001"/>
              </a:spcBef>
              <a:buClr>
                <a:srgbClr val="000000"/>
              </a:buClr>
              <a:buSzPct val="45000"/>
              <a:buFont typeface="Wingdings" charset="2"/>
              <a:buChar char=""/>
              <a:tabLst>
                <a:tab algn="l" pos="0"/>
              </a:tabLst>
            </a:pPr>
            <a:r>
              <a:rPr b="1" lang="zh-CN" sz="2400" strike="noStrike" u="none">
                <a:solidFill>
                  <a:schemeClr val="dk1"/>
                </a:solidFill>
                <a:effectLst/>
                <a:uFillTx/>
                <a:latin typeface="等线"/>
              </a:rPr>
              <a:t>单击此处编辑母版文本样式</a:t>
            </a:r>
            <a:endParaRPr b="0" lang="en-US" sz="2400" strike="noStrike" u="none">
              <a:solidFill>
                <a:schemeClr val="dk1"/>
              </a:solidFill>
              <a:effectLst/>
              <a:uFillTx/>
              <a:latin typeface="等线"/>
            </a:endParaRPr>
          </a:p>
        </p:txBody>
      </p:sp>
      <p:sp>
        <p:nvSpPr>
          <p:cNvPr id="40" name="PlaceHolder 3"/>
          <p:cNvSpPr>
            <a:spLocks noGrp="1"/>
          </p:cNvSpPr>
          <p:nvPr>
            <p:ph type="body"/>
          </p:nvPr>
        </p:nvSpPr>
        <p:spPr>
          <a:xfrm>
            <a:off x="839880" y="2505240"/>
            <a:ext cx="515736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zh-CN" sz="2800" strike="noStrike" u="none">
                <a:solidFill>
                  <a:schemeClr val="dk1"/>
                </a:solidFill>
                <a:effectLst/>
                <a:uFillTx/>
                <a:latin typeface="等线"/>
              </a:rPr>
              <a:t>单击此处编辑母版文本样式</a:t>
            </a:r>
            <a:endParaRPr b="0" lang="en-US" sz="2800" strike="noStrike" u="none">
              <a:solidFill>
                <a:schemeClr val="dk1"/>
              </a:solidFill>
              <a:effectLst/>
              <a:uFillTx/>
              <a:latin typeface="等线"/>
            </a:endParaRPr>
          </a:p>
          <a:p>
            <a:pPr lvl="1" marL="685800" indent="-228600" defTabSz="914400">
              <a:lnSpc>
                <a:spcPct val="90000"/>
              </a:lnSpc>
              <a:spcBef>
                <a:spcPts val="499"/>
              </a:spcBef>
              <a:buClr>
                <a:srgbClr val="000000"/>
              </a:buClr>
              <a:buFont typeface="Arial"/>
              <a:buChar char="•"/>
            </a:pPr>
            <a:r>
              <a:rPr b="0" lang="zh-CN" sz="2400" strike="noStrike" u="none">
                <a:solidFill>
                  <a:schemeClr val="dk1"/>
                </a:solidFill>
                <a:effectLst/>
                <a:uFillTx/>
                <a:latin typeface="等线"/>
              </a:rPr>
              <a:t>二级</a:t>
            </a:r>
            <a:endParaRPr b="0" lang="en-US" sz="2400" strike="noStrike" u="none">
              <a:solidFill>
                <a:schemeClr val="dk1"/>
              </a:solidFill>
              <a:effectLst/>
              <a:uFillTx/>
              <a:latin typeface="等线"/>
            </a:endParaRPr>
          </a:p>
          <a:p>
            <a:pPr lvl="2" marL="1143000" indent="-228600" defTabSz="914400">
              <a:lnSpc>
                <a:spcPct val="90000"/>
              </a:lnSpc>
              <a:spcBef>
                <a:spcPts val="499"/>
              </a:spcBef>
              <a:buClr>
                <a:srgbClr val="000000"/>
              </a:buClr>
              <a:buFont typeface="Arial"/>
              <a:buChar char="•"/>
            </a:pPr>
            <a:r>
              <a:rPr b="0" lang="zh-CN" sz="2000" strike="noStrike" u="none">
                <a:solidFill>
                  <a:schemeClr val="dk1"/>
                </a:solidFill>
                <a:effectLst/>
                <a:uFillTx/>
                <a:latin typeface="等线"/>
              </a:rPr>
              <a:t>三级</a:t>
            </a:r>
            <a:endParaRPr b="0" lang="en-US" sz="2000" strike="noStrike" u="none">
              <a:solidFill>
                <a:schemeClr val="dk1"/>
              </a:solidFill>
              <a:effectLst/>
              <a:uFillTx/>
              <a:latin typeface="等线"/>
            </a:endParaRPr>
          </a:p>
          <a:p>
            <a:pPr lvl="3" marL="1600200" indent="-228600" defTabSz="914400">
              <a:lnSpc>
                <a:spcPct val="90000"/>
              </a:lnSpc>
              <a:spcBef>
                <a:spcPts val="499"/>
              </a:spcBef>
              <a:buClr>
                <a:srgbClr val="000000"/>
              </a:buClr>
              <a:buFont typeface="Arial"/>
              <a:buChar char="•"/>
            </a:pPr>
            <a:r>
              <a:rPr b="0" lang="zh-CN" sz="1800" strike="noStrike" u="none">
                <a:solidFill>
                  <a:schemeClr val="dk1"/>
                </a:solidFill>
                <a:effectLst/>
                <a:uFillTx/>
                <a:latin typeface="等线"/>
              </a:rPr>
              <a:t>四级</a:t>
            </a:r>
            <a:endParaRPr b="0" lang="en-US" sz="1800" strike="noStrike" u="none">
              <a:solidFill>
                <a:schemeClr val="dk1"/>
              </a:solidFill>
              <a:effectLst/>
              <a:uFillTx/>
              <a:latin typeface="等线"/>
            </a:endParaRPr>
          </a:p>
          <a:p>
            <a:pPr lvl="4" marL="2057400" indent="-228600" defTabSz="914400">
              <a:lnSpc>
                <a:spcPct val="90000"/>
              </a:lnSpc>
              <a:spcBef>
                <a:spcPts val="499"/>
              </a:spcBef>
              <a:buClr>
                <a:srgbClr val="000000"/>
              </a:buClr>
              <a:buFont typeface="Arial"/>
              <a:buChar char="•"/>
            </a:pPr>
            <a:r>
              <a:rPr b="0" lang="zh-CN" sz="1800" strike="noStrike" u="none">
                <a:solidFill>
                  <a:schemeClr val="dk1"/>
                </a:solidFill>
                <a:effectLst/>
                <a:uFillTx/>
                <a:latin typeface="等线"/>
              </a:rPr>
              <a:t>五级</a:t>
            </a:r>
            <a:endParaRPr b="0" lang="en-US" sz="1800" strike="noStrike" u="none">
              <a:solidFill>
                <a:schemeClr val="dk1"/>
              </a:solidFill>
              <a:effectLst/>
              <a:uFillTx/>
              <a:latin typeface="等线"/>
            </a:endParaRPr>
          </a:p>
        </p:txBody>
      </p:sp>
      <p:sp>
        <p:nvSpPr>
          <p:cNvPr id="41" name="PlaceHolder 4"/>
          <p:cNvSpPr>
            <a:spLocks noGrp="1"/>
          </p:cNvSpPr>
          <p:nvPr>
            <p:ph type="body"/>
          </p:nvPr>
        </p:nvSpPr>
        <p:spPr>
          <a:xfrm>
            <a:off x="6172200" y="1681200"/>
            <a:ext cx="518292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zh-CN" sz="2400" strike="noStrike" u="none">
                <a:solidFill>
                  <a:schemeClr val="dk1"/>
                </a:solidFill>
                <a:effectLst/>
                <a:uFillTx/>
                <a:latin typeface="等线"/>
              </a:rPr>
              <a:t>单击此处编辑母版文本样式</a:t>
            </a:r>
            <a:endParaRPr b="0" lang="en-US" sz="2400" strike="noStrike" u="none">
              <a:solidFill>
                <a:schemeClr val="dk1"/>
              </a:solidFill>
              <a:effectLst/>
              <a:uFillTx/>
              <a:latin typeface="等线"/>
            </a:endParaRPr>
          </a:p>
        </p:txBody>
      </p:sp>
      <p:sp>
        <p:nvSpPr>
          <p:cNvPr id="42" name="PlaceHolder 5"/>
          <p:cNvSpPr>
            <a:spLocks noGrp="1"/>
          </p:cNvSpPr>
          <p:nvPr>
            <p:ph type="body"/>
          </p:nvPr>
        </p:nvSpPr>
        <p:spPr>
          <a:xfrm>
            <a:off x="6172200" y="2505240"/>
            <a:ext cx="518292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zh-CN" sz="2800" strike="noStrike" u="none">
                <a:solidFill>
                  <a:schemeClr val="dk1"/>
                </a:solidFill>
                <a:effectLst/>
                <a:uFillTx/>
                <a:latin typeface="等线"/>
              </a:rPr>
              <a:t>单击此处编辑母版文本样式</a:t>
            </a:r>
            <a:endParaRPr b="0" lang="en-US" sz="2800" strike="noStrike" u="none">
              <a:solidFill>
                <a:schemeClr val="dk1"/>
              </a:solidFill>
              <a:effectLst/>
              <a:uFillTx/>
              <a:latin typeface="等线"/>
            </a:endParaRPr>
          </a:p>
          <a:p>
            <a:pPr lvl="1" marL="685800" indent="-228600" defTabSz="914400">
              <a:lnSpc>
                <a:spcPct val="90000"/>
              </a:lnSpc>
              <a:spcBef>
                <a:spcPts val="499"/>
              </a:spcBef>
              <a:buClr>
                <a:srgbClr val="000000"/>
              </a:buClr>
              <a:buFont typeface="Arial"/>
              <a:buChar char="•"/>
            </a:pPr>
            <a:r>
              <a:rPr b="0" lang="zh-CN" sz="2400" strike="noStrike" u="none">
                <a:solidFill>
                  <a:schemeClr val="dk1"/>
                </a:solidFill>
                <a:effectLst/>
                <a:uFillTx/>
                <a:latin typeface="等线"/>
              </a:rPr>
              <a:t>二级</a:t>
            </a:r>
            <a:endParaRPr b="0" lang="en-US" sz="2400" strike="noStrike" u="none">
              <a:solidFill>
                <a:schemeClr val="dk1"/>
              </a:solidFill>
              <a:effectLst/>
              <a:uFillTx/>
              <a:latin typeface="等线"/>
            </a:endParaRPr>
          </a:p>
          <a:p>
            <a:pPr lvl="2" marL="1143000" indent="-228600" defTabSz="914400">
              <a:lnSpc>
                <a:spcPct val="90000"/>
              </a:lnSpc>
              <a:spcBef>
                <a:spcPts val="499"/>
              </a:spcBef>
              <a:buClr>
                <a:srgbClr val="000000"/>
              </a:buClr>
              <a:buFont typeface="Arial"/>
              <a:buChar char="•"/>
            </a:pPr>
            <a:r>
              <a:rPr b="0" lang="zh-CN" sz="2000" strike="noStrike" u="none">
                <a:solidFill>
                  <a:schemeClr val="dk1"/>
                </a:solidFill>
                <a:effectLst/>
                <a:uFillTx/>
                <a:latin typeface="等线"/>
              </a:rPr>
              <a:t>三级</a:t>
            </a:r>
            <a:endParaRPr b="0" lang="en-US" sz="2000" strike="noStrike" u="none">
              <a:solidFill>
                <a:schemeClr val="dk1"/>
              </a:solidFill>
              <a:effectLst/>
              <a:uFillTx/>
              <a:latin typeface="等线"/>
            </a:endParaRPr>
          </a:p>
          <a:p>
            <a:pPr lvl="3" marL="1600200" indent="-228600" defTabSz="914400">
              <a:lnSpc>
                <a:spcPct val="90000"/>
              </a:lnSpc>
              <a:spcBef>
                <a:spcPts val="499"/>
              </a:spcBef>
              <a:buClr>
                <a:srgbClr val="000000"/>
              </a:buClr>
              <a:buFont typeface="Arial"/>
              <a:buChar char="•"/>
            </a:pPr>
            <a:r>
              <a:rPr b="0" lang="zh-CN" sz="1800" strike="noStrike" u="none">
                <a:solidFill>
                  <a:schemeClr val="dk1"/>
                </a:solidFill>
                <a:effectLst/>
                <a:uFillTx/>
                <a:latin typeface="等线"/>
              </a:rPr>
              <a:t>四级</a:t>
            </a:r>
            <a:endParaRPr b="0" lang="en-US" sz="1800" strike="noStrike" u="none">
              <a:solidFill>
                <a:schemeClr val="dk1"/>
              </a:solidFill>
              <a:effectLst/>
              <a:uFillTx/>
              <a:latin typeface="等线"/>
            </a:endParaRPr>
          </a:p>
          <a:p>
            <a:pPr lvl="4" marL="2057400" indent="-228600" defTabSz="914400">
              <a:lnSpc>
                <a:spcPct val="90000"/>
              </a:lnSpc>
              <a:spcBef>
                <a:spcPts val="499"/>
              </a:spcBef>
              <a:buClr>
                <a:srgbClr val="000000"/>
              </a:buClr>
              <a:buFont typeface="Arial"/>
              <a:buChar char="•"/>
            </a:pPr>
            <a:r>
              <a:rPr b="0" lang="zh-CN" sz="1800" strike="noStrike" u="none">
                <a:solidFill>
                  <a:schemeClr val="dk1"/>
                </a:solidFill>
                <a:effectLst/>
                <a:uFillTx/>
                <a:latin typeface="等线"/>
              </a:rPr>
              <a:t>五级</a:t>
            </a:r>
            <a:endParaRPr b="0" lang="en-US" sz="1800" strike="noStrike" u="none">
              <a:solidFill>
                <a:schemeClr val="dk1"/>
              </a:solidFill>
              <a:effectLst/>
              <a:uFillTx/>
              <a:latin typeface="等线"/>
            </a:endParaRPr>
          </a:p>
        </p:txBody>
      </p:sp>
      <p:sp>
        <p:nvSpPr>
          <p:cNvPr id="43" name="PlaceHolder 6"/>
          <p:cNvSpPr>
            <a:spLocks noGrp="1"/>
          </p:cNvSpPr>
          <p:nvPr>
            <p:ph type="dt" idx="19"/>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等线"/>
              </a:defRPr>
            </a:lvl1pPr>
          </a:lstStyle>
          <a:p>
            <a:pPr indent="0" defTabSz="914400">
              <a:lnSpc>
                <a:spcPct val="100000"/>
              </a:lnSpc>
              <a:buNone/>
            </a:pPr>
            <a:r>
              <a:rPr b="0" lang="en-US" sz="1200" strike="noStrike" u="none">
                <a:solidFill>
                  <a:schemeClr val="dk1">
                    <a:tint val="75000"/>
                  </a:schemeClr>
                </a:solidFill>
                <a:effectLst/>
                <a:uFillTx/>
                <a:latin typeface="等线"/>
              </a:rPr>
              <a:t>&lt;日期/时间&gt;</a:t>
            </a:r>
            <a:endParaRPr b="0" lang="en-US" sz="1200" strike="noStrike" u="none">
              <a:solidFill>
                <a:srgbClr val="000000"/>
              </a:solidFill>
              <a:effectLst/>
              <a:uFillTx/>
              <a:latin typeface="Times New Roman"/>
            </a:endParaRPr>
          </a:p>
        </p:txBody>
      </p:sp>
      <p:sp>
        <p:nvSpPr>
          <p:cNvPr id="44" name="PlaceHolder 7"/>
          <p:cNvSpPr>
            <a:spLocks noGrp="1"/>
          </p:cNvSpPr>
          <p:nvPr>
            <p:ph type="ftr" idx="20"/>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&lt;页脚&gt;</a:t>
            </a:r>
            <a:endParaRPr b="0" lang="en-US" sz="1400" strike="noStrike" u="none">
              <a:solidFill>
                <a:srgbClr val="000000"/>
              </a:solidFill>
              <a:effectLst/>
              <a:uFillTx/>
              <a:latin typeface="Times New Roman"/>
            </a:endParaRPr>
          </a:p>
        </p:txBody>
      </p:sp>
      <p:sp>
        <p:nvSpPr>
          <p:cNvPr id="45" name="PlaceHolder 8"/>
          <p:cNvSpPr>
            <a:spLocks noGrp="1"/>
          </p:cNvSpPr>
          <p:nvPr>
            <p:ph type="sldNum" idx="21"/>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等线"/>
              </a:defRPr>
            </a:lvl1pPr>
          </a:lstStyle>
          <a:p>
            <a:pPr indent="0" algn="r" defTabSz="914400">
              <a:lnSpc>
                <a:spcPct val="100000"/>
              </a:lnSpc>
              <a:buNone/>
            </a:pPr>
            <a:fld id="{32ED53FF-6644-4528-9D1A-6CD1FD70A3EF}" type="slidenum">
              <a:rPr b="0" lang="en-US" sz="1200" strike="noStrike" u="none">
                <a:solidFill>
                  <a:schemeClr val="dk1">
                    <a:tint val="75000"/>
                  </a:schemeClr>
                </a:solidFill>
                <a:effectLst/>
                <a:uFillTx/>
                <a:latin typeface="等线"/>
              </a:rPr>
              <a:t>&lt;编号&gt;</a:t>
            </a:fld>
            <a:endParaRPr b="0" lang="en-US"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zh-CN" sz="4400" strike="noStrike" u="none">
                <a:solidFill>
                  <a:schemeClr val="dk1"/>
                </a:solidFill>
                <a:effectLst/>
                <a:uFillTx/>
                <a:latin typeface="等线 Light"/>
              </a:rPr>
              <a:t>单击此处编辑母版标题样式</a:t>
            </a:r>
            <a:endParaRPr b="0" lang="en-US" sz="4400" strike="noStrike" u="none">
              <a:solidFill>
                <a:schemeClr val="dk1"/>
              </a:solidFill>
              <a:effectLst/>
              <a:uFillTx/>
              <a:latin typeface="等线"/>
            </a:endParaRPr>
          </a:p>
        </p:txBody>
      </p:sp>
      <p:sp>
        <p:nvSpPr>
          <p:cNvPr id="47" name="PlaceHolder 2"/>
          <p:cNvSpPr>
            <a:spLocks noGrp="1"/>
          </p:cNvSpPr>
          <p:nvPr>
            <p:ph type="dt" idx="22"/>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等线"/>
              </a:defRPr>
            </a:lvl1pPr>
          </a:lstStyle>
          <a:p>
            <a:pPr indent="0" defTabSz="914400">
              <a:lnSpc>
                <a:spcPct val="100000"/>
              </a:lnSpc>
              <a:buNone/>
            </a:pPr>
            <a:r>
              <a:rPr b="0" lang="en-US" sz="1200" strike="noStrike" u="none">
                <a:solidFill>
                  <a:schemeClr val="dk1">
                    <a:tint val="75000"/>
                  </a:schemeClr>
                </a:solidFill>
                <a:effectLst/>
                <a:uFillTx/>
                <a:latin typeface="等线"/>
              </a:rPr>
              <a:t>&lt;日期/时间&gt;</a:t>
            </a:r>
            <a:endParaRPr b="0" lang="en-US" sz="1200" strike="noStrike" u="none">
              <a:solidFill>
                <a:srgbClr val="000000"/>
              </a:solidFill>
              <a:effectLst/>
              <a:uFillTx/>
              <a:latin typeface="Times New Roman"/>
            </a:endParaRPr>
          </a:p>
        </p:txBody>
      </p:sp>
      <p:sp>
        <p:nvSpPr>
          <p:cNvPr id="48" name="PlaceHolder 3"/>
          <p:cNvSpPr>
            <a:spLocks noGrp="1"/>
          </p:cNvSpPr>
          <p:nvPr>
            <p:ph type="ftr" idx="23"/>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&lt;页脚&gt;</a:t>
            </a:r>
            <a:endParaRPr b="0" lang="en-US" sz="1400" strike="noStrike" u="none">
              <a:solidFill>
                <a:srgbClr val="000000"/>
              </a:solidFill>
              <a:effectLst/>
              <a:uFillTx/>
              <a:latin typeface="Times New Roman"/>
            </a:endParaRPr>
          </a:p>
        </p:txBody>
      </p:sp>
      <p:sp>
        <p:nvSpPr>
          <p:cNvPr id="49" name="PlaceHolder 4"/>
          <p:cNvSpPr>
            <a:spLocks noGrp="1"/>
          </p:cNvSpPr>
          <p:nvPr>
            <p:ph type="sldNum" idx="24"/>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等线"/>
              </a:defRPr>
            </a:lvl1pPr>
          </a:lstStyle>
          <a:p>
            <a:pPr indent="0" algn="r" defTabSz="914400">
              <a:lnSpc>
                <a:spcPct val="100000"/>
              </a:lnSpc>
              <a:buNone/>
            </a:pPr>
            <a:fld id="{F5572310-0BCA-4102-9389-DA21AE23D31A}" type="slidenum">
              <a:rPr b="0" lang="en-US" sz="1200" strike="noStrike" u="none">
                <a:solidFill>
                  <a:schemeClr val="dk1">
                    <a:tint val="75000"/>
                  </a:schemeClr>
                </a:solidFill>
                <a:effectLst/>
                <a:uFillTx/>
                <a:latin typeface="等线"/>
              </a:rPr>
              <a:t>&lt;编号&gt;</a:t>
            </a:fld>
            <a:endParaRPr b="0" lang="en-US"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等线"/>
              </a:defRPr>
            </a:lvl1pPr>
          </a:lstStyle>
          <a:p>
            <a:pPr indent="0" defTabSz="914400">
              <a:lnSpc>
                <a:spcPct val="100000"/>
              </a:lnSpc>
              <a:buNone/>
            </a:pPr>
            <a:r>
              <a:rPr b="0" lang="en-US" sz="1200" strike="noStrike" u="none">
                <a:solidFill>
                  <a:schemeClr val="dk1">
                    <a:tint val="75000"/>
                  </a:schemeClr>
                </a:solidFill>
                <a:effectLst/>
                <a:uFillTx/>
                <a:latin typeface="等线"/>
              </a:rPr>
              <a:t>&lt;日期/时间&gt;</a:t>
            </a:r>
            <a:endParaRPr b="0" lang="en-US" sz="1200" strike="noStrike" u="none">
              <a:solidFill>
                <a:srgbClr val="000000"/>
              </a:solidFill>
              <a:effectLst/>
              <a:uFillTx/>
              <a:latin typeface="Times New Roman"/>
            </a:endParaRPr>
          </a:p>
        </p:txBody>
      </p:sp>
      <p:sp>
        <p:nvSpPr>
          <p:cNvPr id="51" name="PlaceHolder 2"/>
          <p:cNvSpPr>
            <a:spLocks noGrp="1"/>
          </p:cNvSpPr>
          <p:nvPr>
            <p:ph type="ftr" idx="26"/>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&lt;页脚&gt;</a:t>
            </a:r>
            <a:endParaRPr b="0" lang="en-US" sz="1400" strike="noStrike" u="none">
              <a:solidFill>
                <a:srgbClr val="000000"/>
              </a:solidFill>
              <a:effectLst/>
              <a:uFillTx/>
              <a:latin typeface="Times New Roman"/>
            </a:endParaRPr>
          </a:p>
        </p:txBody>
      </p:sp>
      <p:sp>
        <p:nvSpPr>
          <p:cNvPr id="52" name="PlaceHolder 3"/>
          <p:cNvSpPr>
            <a:spLocks noGrp="1"/>
          </p:cNvSpPr>
          <p:nvPr>
            <p:ph type="sldNum" idx="27"/>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等线"/>
              </a:defRPr>
            </a:lvl1pPr>
          </a:lstStyle>
          <a:p>
            <a:pPr indent="0" algn="r" defTabSz="914400">
              <a:lnSpc>
                <a:spcPct val="100000"/>
              </a:lnSpc>
              <a:buNone/>
            </a:pPr>
            <a:fld id="{38ADB7BE-9D77-4DC6-AE45-9B3D61732692}" type="slidenum">
              <a:rPr b="0" lang="en-US" sz="1200" strike="noStrike" u="none">
                <a:solidFill>
                  <a:schemeClr val="dk1">
                    <a:tint val="75000"/>
                  </a:schemeClr>
                </a:solidFill>
                <a:effectLst/>
                <a:uFillTx/>
                <a:latin typeface="等线"/>
              </a:rPr>
              <a:t>&lt;编号&gt;</a:t>
            </a:fld>
            <a:endParaRPr b="0" lang="en-US"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b="0" lang="zh-CN" sz="3200" strike="noStrike" u="none">
                <a:solidFill>
                  <a:schemeClr val="dk1"/>
                </a:solidFill>
                <a:effectLst/>
                <a:uFillTx/>
                <a:latin typeface="等线 Light"/>
              </a:rPr>
              <a:t>单击此处编辑母版标题样式</a:t>
            </a:r>
            <a:endParaRPr b="0" lang="en-US" sz="3200" strike="noStrike" u="none">
              <a:solidFill>
                <a:schemeClr val="dk1"/>
              </a:solidFill>
              <a:effectLst/>
              <a:uFillTx/>
              <a:latin typeface="等线"/>
            </a:endParaRPr>
          </a:p>
        </p:txBody>
      </p:sp>
      <p:sp>
        <p:nvSpPr>
          <p:cNvPr id="54" name="PlaceHolder 2"/>
          <p:cNvSpPr>
            <a:spLocks noGrp="1"/>
          </p:cNvSpPr>
          <p:nvPr>
            <p:ph type="body"/>
          </p:nvPr>
        </p:nvSpPr>
        <p:spPr>
          <a:xfrm>
            <a:off x="5183280" y="987480"/>
            <a:ext cx="6171840" cy="4873320"/>
          </a:xfrm>
          <a:prstGeom prst="rect">
            <a:avLst/>
          </a:prstGeom>
          <a:noFill/>
          <a:ln w="0">
            <a:noFill/>
          </a:ln>
        </p:spPr>
        <p:txBody>
          <a:bodyPr lIns="91440" rIns="91440" tIns="45720" bIns="45720" anchor="t">
            <a:noAutofit/>
          </a:bodyPr>
          <a:p>
            <a:pPr marL="432000" indent="-324000" defTabSz="914400">
              <a:lnSpc>
                <a:spcPct val="90000"/>
              </a:lnSpc>
              <a:spcBef>
                <a:spcPts val="1001"/>
              </a:spcBef>
              <a:buClr>
                <a:srgbClr val="000000"/>
              </a:buClr>
              <a:buSzPct val="45000"/>
              <a:buFont typeface="Wingdings" charset="2"/>
              <a:buChar char=""/>
            </a:pPr>
            <a:r>
              <a:rPr b="0" lang="zh-CN" sz="3200" strike="noStrike" u="none">
                <a:solidFill>
                  <a:schemeClr val="dk1"/>
                </a:solidFill>
                <a:effectLst/>
                <a:uFillTx/>
                <a:latin typeface="等线"/>
              </a:rPr>
              <a:t>单击此处编辑母版文本样式</a:t>
            </a:r>
            <a:endParaRPr b="0" lang="en-US" sz="3200" strike="noStrike" u="none">
              <a:solidFill>
                <a:schemeClr val="dk1"/>
              </a:solidFill>
              <a:effectLst/>
              <a:uFillTx/>
              <a:latin typeface="等线"/>
            </a:endParaRPr>
          </a:p>
          <a:p>
            <a:pPr lvl="1" marL="864000" indent="-324000" defTabSz="914400">
              <a:lnSpc>
                <a:spcPct val="90000"/>
              </a:lnSpc>
              <a:spcBef>
                <a:spcPts val="499"/>
              </a:spcBef>
              <a:buClr>
                <a:srgbClr val="000000"/>
              </a:buClr>
              <a:buSzPct val="75000"/>
              <a:buFont typeface="Symbol" charset="2"/>
              <a:buChar char=""/>
            </a:pPr>
            <a:r>
              <a:rPr b="0" lang="zh-CN" sz="2800" strike="noStrike" u="none">
                <a:solidFill>
                  <a:schemeClr val="dk1"/>
                </a:solidFill>
                <a:effectLst/>
                <a:uFillTx/>
                <a:latin typeface="等线"/>
              </a:rPr>
              <a:t>二级</a:t>
            </a:r>
            <a:endParaRPr b="0" lang="en-US" sz="2800" strike="noStrike" u="none">
              <a:solidFill>
                <a:schemeClr val="dk1"/>
              </a:solidFill>
              <a:effectLst/>
              <a:uFillTx/>
              <a:latin typeface="等线"/>
            </a:endParaRPr>
          </a:p>
          <a:p>
            <a:pPr lvl="2" marL="1296000" indent="-288000" defTabSz="914400">
              <a:lnSpc>
                <a:spcPct val="90000"/>
              </a:lnSpc>
              <a:spcBef>
                <a:spcPts val="499"/>
              </a:spcBef>
              <a:buClr>
                <a:srgbClr val="000000"/>
              </a:buClr>
              <a:buSzPct val="45000"/>
              <a:buFont typeface="Wingdings" charset="2"/>
              <a:buChar char=""/>
            </a:pPr>
            <a:r>
              <a:rPr b="0" lang="zh-CN" sz="2400" strike="noStrike" u="none">
                <a:solidFill>
                  <a:schemeClr val="dk1"/>
                </a:solidFill>
                <a:effectLst/>
                <a:uFillTx/>
                <a:latin typeface="等线"/>
              </a:rPr>
              <a:t>三级</a:t>
            </a:r>
            <a:endParaRPr b="0" lang="en-US" sz="2400" strike="noStrike" u="none">
              <a:solidFill>
                <a:schemeClr val="dk1"/>
              </a:solidFill>
              <a:effectLst/>
              <a:uFillTx/>
              <a:latin typeface="等线"/>
            </a:endParaRPr>
          </a:p>
          <a:p>
            <a:pPr lvl="3" marL="1728000" indent="-216000" defTabSz="914400">
              <a:lnSpc>
                <a:spcPct val="90000"/>
              </a:lnSpc>
              <a:spcBef>
                <a:spcPts val="499"/>
              </a:spcBef>
              <a:buClr>
                <a:srgbClr val="000000"/>
              </a:buClr>
              <a:buSzPct val="75000"/>
              <a:buFont typeface="Symbol" charset="2"/>
              <a:buChar char=""/>
            </a:pPr>
            <a:r>
              <a:rPr b="0" lang="zh-CN" sz="2000" strike="noStrike" u="none">
                <a:solidFill>
                  <a:schemeClr val="dk1"/>
                </a:solidFill>
                <a:effectLst/>
                <a:uFillTx/>
                <a:latin typeface="等线"/>
              </a:rPr>
              <a:t>四级</a:t>
            </a:r>
            <a:endParaRPr b="0" lang="en-US" sz="2000" strike="noStrike" u="none">
              <a:solidFill>
                <a:schemeClr val="dk1"/>
              </a:solidFill>
              <a:effectLst/>
              <a:uFillTx/>
              <a:latin typeface="等线"/>
            </a:endParaRPr>
          </a:p>
          <a:p>
            <a:pPr lvl="4" marL="2160000" indent="-216000" defTabSz="914400">
              <a:lnSpc>
                <a:spcPct val="90000"/>
              </a:lnSpc>
              <a:spcBef>
                <a:spcPts val="499"/>
              </a:spcBef>
              <a:buClr>
                <a:srgbClr val="000000"/>
              </a:buClr>
              <a:buSzPct val="45000"/>
              <a:buFont typeface="Wingdings" charset="2"/>
              <a:buChar char=""/>
            </a:pPr>
            <a:r>
              <a:rPr b="0" lang="zh-CN" sz="2000" strike="noStrike" u="none">
                <a:solidFill>
                  <a:schemeClr val="dk1"/>
                </a:solidFill>
                <a:effectLst/>
                <a:uFillTx/>
                <a:latin typeface="等线"/>
              </a:rPr>
              <a:t>五级</a:t>
            </a:r>
            <a:endParaRPr b="0" lang="en-US" sz="2000" strike="noStrike" u="none">
              <a:solidFill>
                <a:schemeClr val="dk1"/>
              </a:solidFill>
              <a:effectLst/>
              <a:uFillTx/>
              <a:latin typeface="等线"/>
            </a:endParaRPr>
          </a:p>
        </p:txBody>
      </p:sp>
      <p:sp>
        <p:nvSpPr>
          <p:cNvPr id="55"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zh-CN" sz="1600" strike="noStrike" u="none">
                <a:solidFill>
                  <a:schemeClr val="dk1"/>
                </a:solidFill>
                <a:effectLst/>
                <a:uFillTx/>
                <a:latin typeface="等线"/>
              </a:rPr>
              <a:t>单击此处编辑母版文本样式</a:t>
            </a:r>
            <a:endParaRPr b="0" lang="en-US" sz="1600" strike="noStrike" u="none">
              <a:solidFill>
                <a:schemeClr val="dk1"/>
              </a:solidFill>
              <a:effectLst/>
              <a:uFillTx/>
              <a:latin typeface="等线"/>
            </a:endParaRPr>
          </a:p>
        </p:txBody>
      </p:sp>
      <p:sp>
        <p:nvSpPr>
          <p:cNvPr id="56" name="PlaceHolder 4"/>
          <p:cNvSpPr>
            <a:spLocks noGrp="1"/>
          </p:cNvSpPr>
          <p:nvPr>
            <p:ph type="dt" idx="28"/>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等线"/>
              </a:defRPr>
            </a:lvl1pPr>
          </a:lstStyle>
          <a:p>
            <a:pPr indent="0" defTabSz="914400">
              <a:lnSpc>
                <a:spcPct val="100000"/>
              </a:lnSpc>
              <a:buNone/>
            </a:pPr>
            <a:r>
              <a:rPr b="0" lang="en-US" sz="1200" strike="noStrike" u="none">
                <a:solidFill>
                  <a:schemeClr val="dk1">
                    <a:tint val="75000"/>
                  </a:schemeClr>
                </a:solidFill>
                <a:effectLst/>
                <a:uFillTx/>
                <a:latin typeface="等线"/>
              </a:rPr>
              <a:t>&lt;日期/时间&gt;</a:t>
            </a:r>
            <a:endParaRPr b="0" lang="en-US" sz="1200" strike="noStrike" u="none">
              <a:solidFill>
                <a:srgbClr val="000000"/>
              </a:solidFill>
              <a:effectLst/>
              <a:uFillTx/>
              <a:latin typeface="Times New Roman"/>
            </a:endParaRPr>
          </a:p>
        </p:txBody>
      </p:sp>
      <p:sp>
        <p:nvSpPr>
          <p:cNvPr id="57" name="PlaceHolder 5"/>
          <p:cNvSpPr>
            <a:spLocks noGrp="1"/>
          </p:cNvSpPr>
          <p:nvPr>
            <p:ph type="ftr" idx="29"/>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&lt;页脚&gt;</a:t>
            </a:r>
            <a:endParaRPr b="0" lang="en-US" sz="1400" strike="noStrike" u="none">
              <a:solidFill>
                <a:srgbClr val="000000"/>
              </a:solidFill>
              <a:effectLst/>
              <a:uFillTx/>
              <a:latin typeface="Times New Roman"/>
            </a:endParaRPr>
          </a:p>
        </p:txBody>
      </p:sp>
      <p:sp>
        <p:nvSpPr>
          <p:cNvPr id="58" name="PlaceHolder 6"/>
          <p:cNvSpPr>
            <a:spLocks noGrp="1"/>
          </p:cNvSpPr>
          <p:nvPr>
            <p:ph type="sldNum" idx="30"/>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等线"/>
              </a:defRPr>
            </a:lvl1pPr>
          </a:lstStyle>
          <a:p>
            <a:pPr indent="0" algn="r" defTabSz="914400">
              <a:lnSpc>
                <a:spcPct val="100000"/>
              </a:lnSpc>
              <a:buNone/>
            </a:pPr>
            <a:fld id="{A32610A9-465F-4D67-A56F-65C449A61061}" type="slidenum">
              <a:rPr b="0" lang="en-US" sz="1200" strike="noStrike" u="none">
                <a:solidFill>
                  <a:schemeClr val="dk1">
                    <a:tint val="75000"/>
                  </a:schemeClr>
                </a:solidFill>
                <a:effectLst/>
                <a:uFillTx/>
                <a:latin typeface="等线"/>
              </a:rPr>
              <a:t>&lt;编号&gt;</a:t>
            </a:fld>
            <a:endParaRPr b="0" lang="en-US"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b="0" lang="zh-CN" sz="3200" strike="noStrike" u="none">
                <a:solidFill>
                  <a:schemeClr val="dk1"/>
                </a:solidFill>
                <a:effectLst/>
                <a:uFillTx/>
                <a:latin typeface="等线 Light"/>
              </a:rPr>
              <a:t>单击此处编辑母版标题样式</a:t>
            </a:r>
            <a:endParaRPr b="0" lang="en-US" sz="3200" strike="noStrike" u="none">
              <a:solidFill>
                <a:schemeClr val="dk1"/>
              </a:solidFill>
              <a:effectLst/>
              <a:uFillTx/>
              <a:latin typeface="等线"/>
            </a:endParaRPr>
          </a:p>
        </p:txBody>
      </p:sp>
      <p:sp>
        <p:nvSpPr>
          <p:cNvPr id="60" name="PlaceHolder 2"/>
          <p:cNvSpPr>
            <a:spLocks noGrp="1"/>
          </p:cNvSpPr>
          <p:nvPr>
            <p:ph type="body"/>
          </p:nvPr>
        </p:nvSpPr>
        <p:spPr>
          <a:xfrm>
            <a:off x="5183280" y="987480"/>
            <a:ext cx="6171840" cy="48733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zh-CN" sz="2800" strike="noStrike" u="none">
                <a:solidFill>
                  <a:schemeClr val="dk1"/>
                </a:solidFill>
                <a:effectLst/>
                <a:uFillTx/>
                <a:latin typeface="等线"/>
              </a:rPr>
              <a:t>点击以编辑提纲文本格式</a:t>
            </a:r>
            <a:endParaRPr b="0" lang="en-US" sz="2800" strike="noStrike" u="none">
              <a:solidFill>
                <a:schemeClr val="dk1"/>
              </a:solidFill>
              <a:effectLst/>
              <a:uFillTx/>
              <a:latin typeface="等线"/>
            </a:endParaRPr>
          </a:p>
          <a:p>
            <a:pPr lvl="1" marL="864000" indent="-324000">
              <a:lnSpc>
                <a:spcPct val="90000"/>
              </a:lnSpc>
              <a:spcBef>
                <a:spcPts val="1134"/>
              </a:spcBef>
              <a:buClr>
                <a:srgbClr val="000000"/>
              </a:buClr>
              <a:buSzPct val="75000"/>
              <a:buFont typeface="Symbol" charset="2"/>
              <a:buChar char=""/>
            </a:pPr>
            <a:r>
              <a:rPr b="0" lang="zh-CN" sz="2000" strike="noStrike" u="none">
                <a:solidFill>
                  <a:schemeClr val="dk1"/>
                </a:solidFill>
                <a:effectLst/>
                <a:uFillTx/>
                <a:latin typeface="等线"/>
              </a:rPr>
              <a:t>第二提纲级别</a:t>
            </a:r>
            <a:endParaRPr b="0" lang="en-US" sz="2000" strike="noStrike" u="none">
              <a:solidFill>
                <a:schemeClr val="dk1"/>
              </a:solidFill>
              <a:effectLst/>
              <a:uFillTx/>
              <a:latin typeface="等线"/>
            </a:endParaRPr>
          </a:p>
          <a:p>
            <a:pPr lvl="2" marL="1296000" indent="-288000">
              <a:lnSpc>
                <a:spcPct val="90000"/>
              </a:lnSpc>
              <a:spcBef>
                <a:spcPts val="850"/>
              </a:spcBef>
              <a:buClr>
                <a:srgbClr val="000000"/>
              </a:buClr>
              <a:buSzPct val="45000"/>
              <a:buFont typeface="Wingdings" charset="2"/>
              <a:buChar char=""/>
            </a:pPr>
            <a:r>
              <a:rPr b="0" lang="zh-CN" sz="1800" strike="noStrike" u="none">
                <a:solidFill>
                  <a:schemeClr val="dk1"/>
                </a:solidFill>
                <a:effectLst/>
                <a:uFillTx/>
                <a:latin typeface="等线"/>
              </a:rPr>
              <a:t>第三提纲级别</a:t>
            </a:r>
            <a:endParaRPr b="0" lang="en-US" sz="1800" strike="noStrike" u="none">
              <a:solidFill>
                <a:schemeClr val="dk1"/>
              </a:solidFill>
              <a:effectLst/>
              <a:uFillTx/>
              <a:latin typeface="等线"/>
            </a:endParaRPr>
          </a:p>
          <a:p>
            <a:pPr lvl="3" marL="1728000" indent="-216000">
              <a:lnSpc>
                <a:spcPct val="90000"/>
              </a:lnSpc>
              <a:spcBef>
                <a:spcPts val="567"/>
              </a:spcBef>
              <a:buClr>
                <a:srgbClr val="000000"/>
              </a:buClr>
              <a:buSzPct val="75000"/>
              <a:buFont typeface="Symbol" charset="2"/>
              <a:buChar char=""/>
            </a:pPr>
            <a:r>
              <a:rPr b="0" lang="zh-CN" sz="1800" strike="noStrike" u="none">
                <a:solidFill>
                  <a:schemeClr val="dk1"/>
                </a:solidFill>
                <a:effectLst/>
                <a:uFillTx/>
                <a:latin typeface="等线"/>
              </a:rPr>
              <a:t>第四提纲级别</a:t>
            </a:r>
            <a:endParaRPr b="0" lang="en-US" sz="1800" strike="noStrike" u="none">
              <a:solidFill>
                <a:schemeClr val="dk1"/>
              </a:solidFill>
              <a:effectLst/>
              <a:uFillTx/>
              <a:latin typeface="等线"/>
            </a:endParaRPr>
          </a:p>
          <a:p>
            <a:pPr lvl="4" marL="2160000" indent="-216000">
              <a:lnSpc>
                <a:spcPct val="90000"/>
              </a:lnSpc>
              <a:spcBef>
                <a:spcPts val="283"/>
              </a:spcBef>
              <a:buClr>
                <a:srgbClr val="000000"/>
              </a:buClr>
              <a:buSzPct val="45000"/>
              <a:buFont typeface="Wingdings" charset="2"/>
              <a:buChar char=""/>
            </a:pPr>
            <a:r>
              <a:rPr b="0" lang="zh-CN" sz="2000" strike="noStrike" u="none">
                <a:solidFill>
                  <a:schemeClr val="dk1"/>
                </a:solidFill>
                <a:effectLst/>
                <a:uFillTx/>
                <a:latin typeface="等线"/>
              </a:rPr>
              <a:t>第五提纲级别</a:t>
            </a:r>
            <a:endParaRPr b="0" lang="en-US" sz="2000" strike="noStrike" u="none">
              <a:solidFill>
                <a:schemeClr val="dk1"/>
              </a:solidFill>
              <a:effectLst/>
              <a:uFillTx/>
              <a:latin typeface="等线"/>
            </a:endParaRPr>
          </a:p>
          <a:p>
            <a:pPr lvl="5" marL="2592000" indent="-216000">
              <a:lnSpc>
                <a:spcPct val="90000"/>
              </a:lnSpc>
              <a:spcBef>
                <a:spcPts val="283"/>
              </a:spcBef>
              <a:buClr>
                <a:srgbClr val="000000"/>
              </a:buClr>
              <a:buSzPct val="45000"/>
              <a:buFont typeface="Wingdings" charset="2"/>
              <a:buChar char=""/>
            </a:pPr>
            <a:r>
              <a:rPr b="0" lang="zh-CN" sz="2000" strike="noStrike" u="none">
                <a:solidFill>
                  <a:schemeClr val="dk1"/>
                </a:solidFill>
                <a:effectLst/>
                <a:uFillTx/>
                <a:latin typeface="等线"/>
              </a:rPr>
              <a:t>第六提纲级别</a:t>
            </a:r>
            <a:endParaRPr b="0" lang="en-US" sz="2000" strike="noStrike" u="none">
              <a:solidFill>
                <a:schemeClr val="dk1"/>
              </a:solidFill>
              <a:effectLst/>
              <a:uFillTx/>
              <a:latin typeface="等线"/>
            </a:endParaRPr>
          </a:p>
          <a:p>
            <a:pPr lvl="6" marL="3024000" indent="-216000">
              <a:lnSpc>
                <a:spcPct val="90000"/>
              </a:lnSpc>
              <a:spcBef>
                <a:spcPts val="283"/>
              </a:spcBef>
              <a:buClr>
                <a:srgbClr val="000000"/>
              </a:buClr>
              <a:buSzPct val="45000"/>
              <a:buFont typeface="Wingdings" charset="2"/>
              <a:buChar char=""/>
            </a:pPr>
            <a:r>
              <a:rPr b="0" lang="zh-CN" sz="2000" strike="noStrike" u="none">
                <a:solidFill>
                  <a:schemeClr val="dk1"/>
                </a:solidFill>
                <a:effectLst/>
                <a:uFillTx/>
                <a:latin typeface="等线"/>
              </a:rPr>
              <a:t>第七提纲级别</a:t>
            </a:r>
            <a:endParaRPr b="0" lang="en-US" sz="2000" strike="noStrike" u="none">
              <a:solidFill>
                <a:schemeClr val="dk1"/>
              </a:solidFill>
              <a:effectLst/>
              <a:uFillTx/>
              <a:latin typeface="等线"/>
            </a:endParaRPr>
          </a:p>
        </p:txBody>
      </p:sp>
      <p:sp>
        <p:nvSpPr>
          <p:cNvPr id="61"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zh-CN" sz="1600" strike="noStrike" u="none">
                <a:solidFill>
                  <a:schemeClr val="dk1"/>
                </a:solidFill>
                <a:effectLst/>
                <a:uFillTx/>
                <a:latin typeface="等线"/>
              </a:rPr>
              <a:t>单击此处编辑母版文本样式</a:t>
            </a:r>
            <a:endParaRPr b="0" lang="en-US" sz="1600" strike="noStrike" u="none">
              <a:solidFill>
                <a:schemeClr val="dk1"/>
              </a:solidFill>
              <a:effectLst/>
              <a:uFillTx/>
              <a:latin typeface="等线"/>
            </a:endParaRPr>
          </a:p>
        </p:txBody>
      </p:sp>
      <p:sp>
        <p:nvSpPr>
          <p:cNvPr id="62" name="PlaceHolder 4"/>
          <p:cNvSpPr>
            <a:spLocks noGrp="1"/>
          </p:cNvSpPr>
          <p:nvPr>
            <p:ph type="dt" idx="3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等线"/>
              </a:defRPr>
            </a:lvl1pPr>
          </a:lstStyle>
          <a:p>
            <a:pPr indent="0" defTabSz="914400">
              <a:lnSpc>
                <a:spcPct val="100000"/>
              </a:lnSpc>
              <a:buNone/>
            </a:pPr>
            <a:r>
              <a:rPr b="0" lang="en-US" sz="1200" strike="noStrike" u="none">
                <a:solidFill>
                  <a:schemeClr val="dk1">
                    <a:tint val="75000"/>
                  </a:schemeClr>
                </a:solidFill>
                <a:effectLst/>
                <a:uFillTx/>
                <a:latin typeface="等线"/>
              </a:rPr>
              <a:t>&lt;日期/时间&gt;</a:t>
            </a:r>
            <a:endParaRPr b="0" lang="en-US" sz="1200" strike="noStrike" u="none">
              <a:solidFill>
                <a:srgbClr val="000000"/>
              </a:solidFill>
              <a:effectLst/>
              <a:uFillTx/>
              <a:latin typeface="Times New Roman"/>
            </a:endParaRPr>
          </a:p>
        </p:txBody>
      </p:sp>
      <p:sp>
        <p:nvSpPr>
          <p:cNvPr id="63" name="PlaceHolder 5"/>
          <p:cNvSpPr>
            <a:spLocks noGrp="1"/>
          </p:cNvSpPr>
          <p:nvPr>
            <p:ph type="ftr" idx="3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&lt;页脚&gt;</a:t>
            </a:r>
            <a:endParaRPr b="0" lang="en-US" sz="1400" strike="noStrike" u="none">
              <a:solidFill>
                <a:srgbClr val="000000"/>
              </a:solidFill>
              <a:effectLst/>
              <a:uFillTx/>
              <a:latin typeface="Times New Roman"/>
            </a:endParaRPr>
          </a:p>
        </p:txBody>
      </p:sp>
      <p:sp>
        <p:nvSpPr>
          <p:cNvPr id="64" name="PlaceHolder 6"/>
          <p:cNvSpPr>
            <a:spLocks noGrp="1"/>
          </p:cNvSpPr>
          <p:nvPr>
            <p:ph type="sldNum" idx="3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等线"/>
              </a:defRPr>
            </a:lvl1pPr>
          </a:lstStyle>
          <a:p>
            <a:pPr indent="0" algn="r" defTabSz="914400">
              <a:lnSpc>
                <a:spcPct val="100000"/>
              </a:lnSpc>
              <a:buNone/>
            </a:pPr>
            <a:fld id="{BE6FEDB9-4168-4761-873A-CA753C9FE59C}" type="slidenum">
              <a:rPr b="0" lang="en-US" sz="1200" strike="noStrike" u="none">
                <a:solidFill>
                  <a:schemeClr val="dk1">
                    <a:tint val="75000"/>
                  </a:schemeClr>
                </a:solidFill>
                <a:effectLst/>
                <a:uFillTx/>
                <a:latin typeface="等线"/>
              </a:rPr>
              <a:t>&lt;编号&gt;</a:t>
            </a:fld>
            <a:endParaRPr b="0" lang="en-US"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Rounded Rectangle 17"/>
          <p:cNvSpPr/>
          <p:nvPr/>
        </p:nvSpPr>
        <p:spPr>
          <a:xfrm>
            <a:off x="4699440" y="1821600"/>
            <a:ext cx="6784560" cy="3951720"/>
          </a:xfrm>
          <a:prstGeom prst="roundRect">
            <a:avLst>
              <a:gd name="adj" fmla="val 2746"/>
            </a:avLst>
          </a:prstGeom>
          <a:solidFill>
            <a:schemeClr val="lt1">
              <a:lumMod val="95000"/>
              <a:alpha val="50000"/>
            </a:schemeClr>
          </a:solidFill>
          <a:ln w="12600">
            <a:noFill/>
          </a:ln>
        </p:spPr>
        <p:style>
          <a:lnRef idx="0"/>
          <a:fillRef idx="0"/>
          <a:effectRef idx="0"/>
          <a:fontRef idx="minor"/>
        </p:style>
        <p:txBody>
          <a:bodyPr lIns="90000" rIns="90000" tIns="45000" bIns="45000" anchor="ctr">
            <a:normAutofit/>
          </a:bodyPr>
          <a:p>
            <a:endParaRPr b="0" lang="en-US" sz="1800" strike="noStrike" u="none">
              <a:solidFill>
                <a:schemeClr val="lt1"/>
              </a:solidFill>
              <a:effectLst/>
              <a:uFillTx/>
              <a:latin typeface="等线"/>
            </a:endParaRPr>
          </a:p>
        </p:txBody>
      </p:sp>
      <p:sp>
        <p:nvSpPr>
          <p:cNvPr id="72" name="PlaceHolder 1"/>
          <p:cNvSpPr>
            <a:spLocks noGrp="1"/>
          </p:cNvSpPr>
          <p:nvPr>
            <p:ph type="title"/>
          </p:nvPr>
        </p:nvSpPr>
        <p:spPr>
          <a:xfrm>
            <a:off x="838080" y="365040"/>
            <a:ext cx="9465480" cy="1161360"/>
          </a:xfrm>
          <a:prstGeom prst="rect">
            <a:avLst/>
          </a:prstGeom>
          <a:noFill/>
          <a:ln w="0">
            <a:noFill/>
          </a:ln>
        </p:spPr>
        <p:txBody>
          <a:bodyPr lIns="38160" rIns="38160" tIns="25560" bIns="25560" anchor="ctr">
            <a:normAutofit fontScale="77500" lnSpcReduction="19999"/>
          </a:bodyPr>
          <a:p>
            <a:pPr indent="0">
              <a:buNone/>
            </a:pPr>
            <a:r>
              <a:rPr b="0" lang="en-US" sz="2800" strike="noStrike" u="none">
                <a:solidFill>
                  <a:schemeClr val="dk1"/>
                </a:solidFill>
                <a:effectLst/>
                <a:uFillTx/>
                <a:latin typeface="等线 Light"/>
              </a:rPr>
              <a:t>With HMO supplement (2’FL and LNnT), the mean time to reach full enteral feeding was 2 days shorter1*</a:t>
            </a:r>
            <a:endParaRPr b="0" lang="en-US" sz="2800" strike="noStrike" u="none">
              <a:solidFill>
                <a:schemeClr val="dk1"/>
              </a:solidFill>
              <a:effectLst/>
              <a:uFillTx/>
              <a:latin typeface="等线"/>
            </a:endParaRPr>
          </a:p>
          <a:p>
            <a:pPr indent="0" defTabSz="914400">
              <a:lnSpc>
                <a:spcPct val="90000"/>
              </a:lnSpc>
              <a:buNone/>
            </a:pPr>
            <a:r>
              <a:rPr b="0" lang="zh-CN" sz="2800" strike="noStrike" u="none">
                <a:solidFill>
                  <a:schemeClr val="dk1"/>
                </a:solidFill>
                <a:effectLst/>
                <a:uFillTx/>
                <a:latin typeface="等线 Light"/>
              </a:rPr>
              <a:t>补充</a:t>
            </a:r>
            <a:r>
              <a:rPr b="0" lang="en-US" sz="2800" strike="noStrike" u="none">
                <a:solidFill>
                  <a:schemeClr val="dk1"/>
                </a:solidFill>
                <a:effectLst/>
                <a:uFillTx/>
                <a:latin typeface="等线 Light"/>
              </a:rPr>
              <a:t>HMO</a:t>
            </a:r>
            <a:r>
              <a:rPr b="0" lang="zh-CN" sz="2800" strike="noStrike" u="none">
                <a:solidFill>
                  <a:schemeClr val="dk1"/>
                </a:solidFill>
                <a:effectLst/>
                <a:uFillTx/>
                <a:latin typeface="等线 Light"/>
              </a:rPr>
              <a:t>（</a:t>
            </a:r>
            <a:r>
              <a:rPr b="0" lang="en-US" sz="2800" strike="noStrike" u="none">
                <a:solidFill>
                  <a:schemeClr val="dk1"/>
                </a:solidFill>
                <a:effectLst/>
                <a:uFillTx/>
                <a:latin typeface="等线 Light"/>
              </a:rPr>
              <a:t>2’FL</a:t>
            </a:r>
            <a:r>
              <a:rPr b="0" lang="zh-CN" sz="2800" strike="noStrike" u="none">
                <a:solidFill>
                  <a:schemeClr val="dk1"/>
                </a:solidFill>
                <a:effectLst/>
                <a:uFillTx/>
                <a:latin typeface="等线 Light"/>
              </a:rPr>
              <a:t>和</a:t>
            </a:r>
            <a:r>
              <a:rPr b="0" lang="en-US" sz="2800" strike="noStrike" u="none">
                <a:solidFill>
                  <a:schemeClr val="dk1"/>
                </a:solidFill>
                <a:effectLst/>
                <a:uFillTx/>
                <a:latin typeface="等线 Light"/>
              </a:rPr>
              <a:t>LNnT</a:t>
            </a:r>
            <a:r>
              <a:rPr b="0" lang="zh-CN" sz="2800" strike="noStrike" u="none">
                <a:solidFill>
                  <a:schemeClr val="dk1"/>
                </a:solidFill>
                <a:effectLst/>
                <a:uFillTx/>
                <a:latin typeface="等线 Light"/>
              </a:rPr>
              <a:t>）后，达到完全肠内喂养的平均时间缩短了</a:t>
            </a:r>
            <a:r>
              <a:rPr b="0" lang="en-US" sz="2800" strike="noStrike" u="none">
                <a:solidFill>
                  <a:schemeClr val="dk1"/>
                </a:solidFill>
                <a:effectLst/>
                <a:uFillTx/>
                <a:latin typeface="等线 Light"/>
              </a:rPr>
              <a:t>2</a:t>
            </a:r>
            <a:r>
              <a:rPr b="0" lang="zh-CN" sz="2800" strike="noStrike" u="none">
                <a:solidFill>
                  <a:schemeClr val="dk1"/>
                </a:solidFill>
                <a:effectLst/>
                <a:uFillTx/>
                <a:latin typeface="等线 Light"/>
              </a:rPr>
              <a:t>天</a:t>
            </a:r>
            <a:r>
              <a:rPr b="0" lang="en-US" sz="2800" strike="noStrike" u="none">
                <a:solidFill>
                  <a:schemeClr val="dk1"/>
                </a:solidFill>
                <a:effectLst/>
                <a:uFillTx/>
                <a:latin typeface="等线 Light"/>
              </a:rPr>
              <a:t>1*</a:t>
            </a:r>
            <a:endParaRPr b="0" lang="en-US" sz="2800" strike="noStrike" u="none">
              <a:solidFill>
                <a:schemeClr val="dk1"/>
              </a:solidFill>
              <a:effectLst/>
              <a:uFillTx/>
              <a:latin typeface="等线"/>
            </a:endParaRPr>
          </a:p>
        </p:txBody>
      </p:sp>
      <p:sp>
        <p:nvSpPr>
          <p:cNvPr id="73" name="Textfeld 27"/>
          <p:cNvSpPr/>
          <p:nvPr/>
        </p:nvSpPr>
        <p:spPr>
          <a:xfrm>
            <a:off x="6123600" y="6307920"/>
            <a:ext cx="5430600" cy="214920"/>
          </a:xfrm>
          <a:prstGeom prst="rect">
            <a:avLst/>
          </a:prstGeom>
          <a:noFill/>
          <a:ln w="0">
            <a:noFill/>
          </a:ln>
        </p:spPr>
        <p:style>
          <a:lnRef idx="0"/>
          <a:fillRef idx="0"/>
          <a:effectRef idx="0"/>
          <a:fontRef idx="minor"/>
        </p:style>
        <p:txBody>
          <a:bodyPr lIns="38160" rIns="38160" tIns="25560" bIns="25560" anchor="t">
            <a:normAutofit fontScale="77500" lnSpcReduction="19999"/>
          </a:bodyPr>
          <a:p>
            <a:r>
              <a:rPr b="0" lang="en-US" sz="800" strike="noStrike" u="none">
                <a:solidFill>
                  <a:schemeClr val="dk1"/>
                </a:solidFill>
                <a:effectLst/>
                <a:uFillTx/>
                <a:latin typeface="Arial"/>
              </a:rPr>
              <a:t>2’FL, 2-fucosyllactose; HMO, human milk oligosaccharide; LNnT, Lacto-N-neotetraose.</a:t>
            </a:r>
            <a:endParaRPr b="0" lang="en-US" sz="800" strike="noStrike" u="none">
              <a:solidFill>
                <a:srgbClr val="000000"/>
              </a:solidFill>
              <a:effectLst/>
              <a:uFillTx/>
              <a:latin typeface="Arial"/>
            </a:endParaRPr>
          </a:p>
          <a:p>
            <a:pPr algn="r" defTabSz="914400">
              <a:lnSpc>
                <a:spcPct val="100000"/>
              </a:lnSpc>
            </a:pPr>
            <a:r>
              <a:rPr b="0" lang="en-US" sz="800" strike="noStrike" u="none">
                <a:solidFill>
                  <a:schemeClr val="dk1"/>
                </a:solidFill>
                <a:effectLst/>
                <a:uFillTx/>
                <a:latin typeface="Arial"/>
              </a:rPr>
              <a:t>2’FL, 2-</a:t>
            </a:r>
            <a:r>
              <a:rPr b="0" lang="zh-CN" sz="800" strike="noStrike" u="none">
                <a:solidFill>
                  <a:schemeClr val="dk1"/>
                </a:solidFill>
                <a:effectLst/>
                <a:uFillTx/>
                <a:latin typeface="Arial"/>
              </a:rPr>
              <a:t>岩藻糖基乳糖；</a:t>
            </a:r>
            <a:r>
              <a:rPr b="0" lang="en-US" sz="800" strike="noStrike" u="none">
                <a:solidFill>
                  <a:schemeClr val="dk1"/>
                </a:solidFill>
                <a:effectLst/>
                <a:uFillTx/>
                <a:latin typeface="Arial"/>
              </a:rPr>
              <a:t>HMO, </a:t>
            </a:r>
            <a:r>
              <a:rPr b="0" lang="zh-CN" sz="800" strike="noStrike" u="none">
                <a:solidFill>
                  <a:schemeClr val="dk1"/>
                </a:solidFill>
                <a:effectLst/>
                <a:uFillTx/>
                <a:latin typeface="Arial"/>
              </a:rPr>
              <a:t>人乳低聚糖；</a:t>
            </a:r>
            <a:r>
              <a:rPr b="0" lang="en-US" sz="800" strike="noStrike" u="none">
                <a:solidFill>
                  <a:schemeClr val="dk1"/>
                </a:solidFill>
                <a:effectLst/>
                <a:uFillTx/>
                <a:latin typeface="Arial"/>
              </a:rPr>
              <a:t>LNnT, </a:t>
            </a:r>
            <a:r>
              <a:rPr b="0" lang="zh-CN" sz="800" strike="noStrike" u="none">
                <a:solidFill>
                  <a:schemeClr val="dk1"/>
                </a:solidFill>
                <a:effectLst/>
                <a:uFillTx/>
                <a:latin typeface="Arial"/>
              </a:rPr>
              <a:t>乳糖</a:t>
            </a:r>
            <a:r>
              <a:rPr b="0" lang="en-US" sz="800" strike="noStrike" u="none">
                <a:solidFill>
                  <a:schemeClr val="dk1"/>
                </a:solidFill>
                <a:effectLst/>
                <a:uFillTx/>
                <a:latin typeface="Arial"/>
              </a:rPr>
              <a:t>-N-</a:t>
            </a:r>
            <a:r>
              <a:rPr b="0" lang="zh-CN" sz="800" strike="noStrike" u="none">
                <a:solidFill>
                  <a:schemeClr val="dk1"/>
                </a:solidFill>
                <a:effectLst/>
                <a:uFillTx/>
                <a:latin typeface="Arial"/>
              </a:rPr>
              <a:t>新四糖。</a:t>
            </a:r>
            <a:endParaRPr b="0" lang="en-US" sz="800" strike="noStrike" u="none">
              <a:solidFill>
                <a:srgbClr val="000000"/>
              </a:solidFill>
              <a:effectLst/>
              <a:uFillTx/>
              <a:latin typeface="Arial"/>
            </a:endParaRPr>
          </a:p>
        </p:txBody>
      </p:sp>
      <p:sp>
        <p:nvSpPr>
          <p:cNvPr id="74" name="Rectangle 13"/>
          <p:cNvSpPr/>
          <p:nvPr/>
        </p:nvSpPr>
        <p:spPr>
          <a:xfrm>
            <a:off x="6094800" y="6539040"/>
            <a:ext cx="5430600" cy="214920"/>
          </a:xfrm>
          <a:prstGeom prst="rect">
            <a:avLst/>
          </a:prstGeom>
          <a:noFill/>
          <a:ln w="0">
            <a:noFill/>
          </a:ln>
        </p:spPr>
        <p:style>
          <a:lnRef idx="0"/>
          <a:fillRef idx="0"/>
          <a:effectRef idx="0"/>
          <a:fontRef idx="minor"/>
        </p:style>
        <p:txBody>
          <a:bodyPr lIns="38160" rIns="38160" tIns="25560" bIns="25560" anchor="t">
            <a:normAutofit fontScale="77500" lnSpcReduction="19999"/>
          </a:bodyPr>
          <a:p>
            <a:r>
              <a:rPr b="0" lang="en-US" sz="800" strike="noStrike" u="none">
                <a:solidFill>
                  <a:schemeClr val="dk1"/>
                </a:solidFill>
                <a:effectLst/>
                <a:uFillTx/>
                <a:latin typeface="Arial"/>
              </a:rPr>
              <a:t>1. Hascoët JM et al., Abstract at WCPGHAN 2021. * Randomised, clinical trial</a:t>
            </a:r>
            <a:endParaRPr b="0" lang="en-US" sz="800" strike="noStrike" u="none">
              <a:solidFill>
                <a:srgbClr val="000000"/>
              </a:solidFill>
              <a:effectLst/>
              <a:uFillTx/>
              <a:latin typeface="Arial"/>
            </a:endParaRPr>
          </a:p>
          <a:p>
            <a:pPr algn="r" defTabSz="914400">
              <a:lnSpc>
                <a:spcPct val="100000"/>
              </a:lnSpc>
            </a:pPr>
            <a:r>
              <a:rPr b="0" lang="en-US" sz="800" strike="noStrike" u="none">
                <a:solidFill>
                  <a:schemeClr val="dk1"/>
                </a:solidFill>
                <a:effectLst/>
                <a:uFillTx/>
                <a:latin typeface="Arial"/>
              </a:rPr>
              <a:t>1. Hascoët JM</a:t>
            </a:r>
            <a:r>
              <a:rPr b="0" lang="zh-CN" sz="800" strike="noStrike" u="none">
                <a:solidFill>
                  <a:schemeClr val="dk1"/>
                </a:solidFill>
                <a:effectLst/>
                <a:uFillTx/>
                <a:latin typeface="Arial"/>
              </a:rPr>
              <a:t>等，</a:t>
            </a:r>
            <a:r>
              <a:rPr b="0" lang="en-US" sz="800" strike="noStrike" u="none">
                <a:solidFill>
                  <a:schemeClr val="dk1"/>
                </a:solidFill>
                <a:effectLst/>
                <a:uFillTx/>
                <a:latin typeface="Arial"/>
              </a:rPr>
              <a:t>WCPGHAN 2021</a:t>
            </a:r>
            <a:r>
              <a:rPr b="0" lang="zh-CN" sz="800" strike="noStrike" u="none">
                <a:solidFill>
                  <a:schemeClr val="dk1"/>
                </a:solidFill>
                <a:effectLst/>
                <a:uFillTx/>
                <a:latin typeface="Arial"/>
              </a:rPr>
              <a:t>摘要。</a:t>
            </a:r>
            <a:r>
              <a:rPr b="0" lang="en-US" sz="800" strike="noStrike" u="none">
                <a:solidFill>
                  <a:schemeClr val="dk1"/>
                </a:solidFill>
                <a:effectLst/>
                <a:uFillTx/>
                <a:latin typeface="Arial"/>
              </a:rPr>
              <a:t>* </a:t>
            </a:r>
            <a:r>
              <a:rPr b="0" lang="zh-CN" sz="800" strike="noStrike" u="none">
                <a:solidFill>
                  <a:schemeClr val="dk1"/>
                </a:solidFill>
                <a:effectLst/>
                <a:uFillTx/>
                <a:latin typeface="Arial"/>
              </a:rPr>
              <a:t>随机临床试验</a:t>
            </a:r>
            <a:endParaRPr b="0" lang="en-US" sz="800" strike="noStrike" u="none">
              <a:solidFill>
                <a:srgbClr val="000000"/>
              </a:solidFill>
              <a:effectLst/>
              <a:uFillTx/>
              <a:latin typeface="Arial"/>
            </a:endParaRPr>
          </a:p>
        </p:txBody>
      </p:sp>
      <p:sp>
        <p:nvSpPr>
          <p:cNvPr id="75" name="PlaceHolder 2"/>
          <p:cNvSpPr>
            <a:spLocks noGrp="1"/>
          </p:cNvSpPr>
          <p:nvPr>
            <p:ph/>
          </p:nvPr>
        </p:nvSpPr>
        <p:spPr>
          <a:xfrm>
            <a:off x="994680" y="5078880"/>
            <a:ext cx="3072960" cy="879840"/>
          </a:xfrm>
          <a:prstGeom prst="rect">
            <a:avLst/>
          </a:prstGeom>
          <a:noFill/>
          <a:ln w="0">
            <a:noFill/>
          </a:ln>
        </p:spPr>
        <p:txBody>
          <a:bodyPr lIns="38160" rIns="38160" tIns="25560" bIns="25560" anchor="t">
            <a:normAutofit fontScale="85000" lnSpcReduction="19999"/>
          </a:bodyPr>
          <a:p>
            <a:pPr indent="0">
              <a:lnSpc>
                <a:spcPct val="90000"/>
              </a:lnSpc>
              <a:spcBef>
                <a:spcPts val="1417"/>
              </a:spcBef>
              <a:buNone/>
            </a:pPr>
            <a:r>
              <a:rPr b="0" lang="en-US" sz="1400" strike="noStrike" u="none">
                <a:solidFill>
                  <a:schemeClr val="dk1"/>
                </a:solidFill>
                <a:effectLst/>
                <a:uFillTx/>
                <a:latin typeface="等线"/>
              </a:rPr>
              <a:t>Faster progression to FEF may help reduce the risk of growth restriction and exacerbated gut immaturity1</a:t>
            </a:r>
            <a:endParaRPr b="0" lang="en-US" sz="1400" strike="noStrike" u="none">
              <a:solidFill>
                <a:schemeClr val="dk1"/>
              </a:solidFill>
              <a:effectLst/>
              <a:uFillTx/>
              <a:latin typeface="等线"/>
            </a:endParaRPr>
          </a:p>
          <a:p>
            <a:pPr indent="0" algn="ctr" defTabSz="914400">
              <a:lnSpc>
                <a:spcPct val="100000"/>
              </a:lnSpc>
              <a:spcBef>
                <a:spcPts val="1001"/>
              </a:spcBef>
              <a:buNone/>
              <a:tabLst>
                <a:tab algn="l" pos="0"/>
              </a:tabLst>
            </a:pPr>
            <a:r>
              <a:rPr b="0" lang="zh-CN" sz="1400" strike="noStrike" u="none">
                <a:solidFill>
                  <a:schemeClr val="dk1"/>
                </a:solidFill>
                <a:effectLst/>
                <a:uFillTx/>
                <a:latin typeface="等线"/>
              </a:rPr>
              <a:t>更快达到完全肠内喂养可能有助于降低生长受限和肠道未成熟加剧的风险</a:t>
            </a:r>
            <a:r>
              <a:rPr b="0" lang="en-US" sz="1400" strike="noStrike" u="none">
                <a:solidFill>
                  <a:schemeClr val="dk1"/>
                </a:solidFill>
                <a:effectLst/>
                <a:uFillTx/>
                <a:latin typeface="等线"/>
              </a:rPr>
              <a:t>1</a:t>
            </a:r>
            <a:endParaRPr b="0" lang="en-US" sz="1400" strike="noStrike" u="none">
              <a:solidFill>
                <a:schemeClr val="dk1"/>
              </a:solidFill>
              <a:effectLst/>
              <a:uFillTx/>
              <a:latin typeface="等线"/>
            </a:endParaRPr>
          </a:p>
        </p:txBody>
      </p:sp>
      <p:grpSp>
        <p:nvGrpSpPr>
          <p:cNvPr id="76" name="Group 12"/>
          <p:cNvGrpSpPr/>
          <p:nvPr/>
        </p:nvGrpSpPr>
        <p:grpSpPr>
          <a:xfrm>
            <a:off x="5007960" y="2229120"/>
            <a:ext cx="6085080" cy="2846520"/>
            <a:chOff x="5007960" y="2229120"/>
            <a:chExt cx="6085080" cy="2846520"/>
          </a:xfrm>
        </p:grpSpPr>
        <p:sp>
          <p:nvSpPr>
            <p:cNvPr id="77" name="Abgerundetes Rechteck 5"/>
            <p:cNvSpPr/>
            <p:nvPr/>
          </p:nvSpPr>
          <p:spPr>
            <a:xfrm>
              <a:off x="5052240" y="2229120"/>
              <a:ext cx="3457440" cy="200880"/>
            </a:xfrm>
            <a:prstGeom prst="roundRect">
              <a:avLst>
                <a:gd name="adj" fmla="val 0"/>
              </a:avLst>
            </a:prstGeom>
            <a:noFill/>
            <a:ln w="12600">
              <a:noFill/>
            </a:ln>
          </p:spPr>
          <p:style>
            <a:lnRef idx="0"/>
            <a:fillRef idx="0"/>
            <a:effectRef idx="0"/>
            <a:fontRef idx="minor"/>
          </p:style>
          <p:txBody>
            <a:bodyPr lIns="90000" rIns="90000" tIns="45000" bIns="45000" anchor="ctr">
              <a:noAutofit/>
            </a:bodyPr>
            <a:p>
              <a:pPr defTabSz="914400">
                <a:lnSpc>
                  <a:spcPct val="100000"/>
                </a:lnSpc>
              </a:pPr>
              <a:r>
                <a:rPr b="1" lang="en-GB" sz="1400" strike="noStrike" u="none">
                  <a:solidFill>
                    <a:schemeClr val="accent1"/>
                  </a:solidFill>
                  <a:effectLst/>
                  <a:uFillTx/>
                  <a:latin typeface="Arial"/>
                </a:rPr>
                <a:t>Full enteral feeding^</a:t>
              </a:r>
              <a:endParaRPr b="0" lang="en-US" sz="1400" strike="noStrike" u="none">
                <a:solidFill>
                  <a:srgbClr val="000000"/>
                </a:solidFill>
                <a:effectLst/>
                <a:uFillTx/>
                <a:latin typeface="Arial"/>
              </a:endParaRPr>
            </a:p>
          </p:txBody>
        </p:sp>
        <p:cxnSp>
          <p:nvCxnSpPr>
            <p:cNvPr id="78" name="Straight Connector 24"/>
            <p:cNvCxnSpPr/>
            <p:nvPr/>
          </p:nvCxnSpPr>
          <p:spPr>
            <a:xfrm>
              <a:off x="5135400" y="4770360"/>
              <a:ext cx="4555080" cy="360"/>
            </a:xfrm>
            <a:prstGeom prst="straightConnector1">
              <a:avLst/>
            </a:prstGeom>
            <a:ln w="12600">
              <a:solidFill>
                <a:schemeClr val="dk1">
                  <a:lumMod val="60000"/>
                  <a:lumOff val="40000"/>
                </a:schemeClr>
              </a:solidFill>
              <a:miter/>
            </a:ln>
          </p:spPr>
        </p:cxnSp>
        <p:sp>
          <p:nvSpPr>
            <p:cNvPr id="79" name="Rounded Rectangle 4"/>
            <p:cNvSpPr/>
            <p:nvPr/>
          </p:nvSpPr>
          <p:spPr>
            <a:xfrm>
              <a:off x="5135400" y="2597040"/>
              <a:ext cx="4142520" cy="883440"/>
            </a:xfrm>
            <a:prstGeom prst="roundRect">
              <a:avLst>
                <a:gd name="adj" fmla="val 8334"/>
              </a:avLst>
            </a:prstGeom>
            <a:solidFill>
              <a:schemeClr val="accent2"/>
            </a:solidFill>
            <a:ln w="12600">
              <a:noFill/>
            </a:ln>
          </p:spPr>
          <p:style>
            <a:lnRef idx="0"/>
            <a:fillRef idx="0"/>
            <a:effectRef idx="0"/>
            <a:fontRef idx="minor"/>
          </p:style>
          <p:txBody>
            <a:bodyPr lIns="90000" rIns="90000" tIns="45000" bIns="45000" anchor="ctr">
              <a:noAutofit/>
            </a:bodyPr>
            <a:p>
              <a:pPr defTabSz="914400">
                <a:lnSpc>
                  <a:spcPct val="100000"/>
                </a:lnSpc>
              </a:pPr>
              <a:r>
                <a:rPr b="1" lang="en-US" sz="1200" strike="noStrike" u="none">
                  <a:solidFill>
                    <a:schemeClr val="lt1"/>
                  </a:solidFill>
                  <a:effectLst/>
                  <a:uFillTx/>
                  <a:latin typeface="等线"/>
                </a:rPr>
                <a:t>Placebo</a:t>
              </a:r>
              <a:endParaRPr b="0" lang="en-US" sz="1200" strike="noStrike" u="none">
                <a:solidFill>
                  <a:srgbClr val="ffffff"/>
                </a:solidFill>
                <a:effectLst/>
                <a:uFillTx/>
                <a:latin typeface="Arial"/>
              </a:endParaRPr>
            </a:p>
            <a:p>
              <a:pPr defTabSz="914400">
                <a:lnSpc>
                  <a:spcPct val="100000"/>
                </a:lnSpc>
              </a:pPr>
              <a:r>
                <a:rPr b="0" lang="en-US" sz="1000" strike="noStrike" u="none">
                  <a:solidFill>
                    <a:schemeClr val="lt1"/>
                  </a:solidFill>
                  <a:effectLst/>
                  <a:uFillTx/>
                  <a:latin typeface="等线"/>
                </a:rPr>
                <a:t>(n=43)</a:t>
              </a:r>
              <a:endParaRPr b="0" lang="en-US" sz="1000" strike="noStrike" u="none">
                <a:solidFill>
                  <a:srgbClr val="ffffff"/>
                </a:solidFill>
                <a:effectLst/>
                <a:uFillTx/>
                <a:latin typeface="Arial"/>
              </a:endParaRPr>
            </a:p>
          </p:txBody>
        </p:sp>
        <p:sp>
          <p:nvSpPr>
            <p:cNvPr id="80" name="Rounded Rectangle 36"/>
            <p:cNvSpPr/>
            <p:nvPr/>
          </p:nvSpPr>
          <p:spPr>
            <a:xfrm>
              <a:off x="5135400" y="3678480"/>
              <a:ext cx="3743640" cy="883440"/>
            </a:xfrm>
            <a:prstGeom prst="roundRect">
              <a:avLst>
                <a:gd name="adj" fmla="val 8334"/>
              </a:avLst>
            </a:prstGeom>
            <a:solidFill>
              <a:srgbClr val="33cc66"/>
            </a:solidFill>
            <a:ln w="12600">
              <a:noFill/>
            </a:ln>
          </p:spPr>
          <p:style>
            <a:lnRef idx="0"/>
            <a:fillRef idx="0"/>
            <a:effectRef idx="0"/>
            <a:fontRef idx="minor"/>
          </p:style>
          <p:txBody>
            <a:bodyPr lIns="90000" rIns="90000" tIns="45000" bIns="45000" anchor="ctr">
              <a:noAutofit/>
            </a:bodyPr>
            <a:p>
              <a:pPr defTabSz="914400">
                <a:lnSpc>
                  <a:spcPct val="100000"/>
                </a:lnSpc>
              </a:pPr>
              <a:r>
                <a:rPr b="1" lang="en-GB" sz="1200" strike="noStrike" u="none">
                  <a:solidFill>
                    <a:schemeClr val="lt2"/>
                  </a:solidFill>
                  <a:effectLst/>
                  <a:uFillTx/>
                  <a:latin typeface="Arial"/>
                </a:rPr>
                <a:t>HMO (2’FL, LNnT) supplement </a:t>
              </a:r>
              <a:endParaRPr b="0" lang="en-US" sz="1200" strike="noStrike" u="none">
                <a:solidFill>
                  <a:srgbClr val="000000"/>
                </a:solidFill>
                <a:effectLst/>
                <a:uFillTx/>
                <a:latin typeface="Arial"/>
              </a:endParaRPr>
            </a:p>
            <a:p>
              <a:pPr defTabSz="914400">
                <a:lnSpc>
                  <a:spcPct val="100000"/>
                </a:lnSpc>
              </a:pPr>
              <a:r>
                <a:rPr b="0" lang="en-US" sz="1000" strike="noStrike" u="none">
                  <a:solidFill>
                    <a:schemeClr val="lt2"/>
                  </a:solidFill>
                  <a:effectLst/>
                  <a:uFillTx/>
                  <a:latin typeface="等线"/>
                </a:rPr>
                <a:t>(n=43)</a:t>
              </a:r>
              <a:endParaRPr b="0" lang="en-US" sz="1000" strike="noStrike" u="none">
                <a:solidFill>
                  <a:srgbClr val="000000"/>
                </a:solidFill>
                <a:effectLst/>
                <a:uFillTx/>
                <a:latin typeface="Arial"/>
              </a:endParaRPr>
            </a:p>
          </p:txBody>
        </p:sp>
        <p:sp>
          <p:nvSpPr>
            <p:cNvPr id="81" name="TextBox 5"/>
            <p:cNvSpPr/>
            <p:nvPr/>
          </p:nvSpPr>
          <p:spPr>
            <a:xfrm>
              <a:off x="8562600" y="2849040"/>
              <a:ext cx="625680" cy="3646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GB" sz="1800" strike="noStrike" u="none">
                  <a:solidFill>
                    <a:schemeClr val="lt1"/>
                  </a:solidFill>
                  <a:effectLst/>
                  <a:uFillTx/>
                  <a:latin typeface="Arial"/>
                </a:rPr>
                <a:t>14,3</a:t>
              </a:r>
              <a:endParaRPr b="0" lang="en-US" sz="1800" strike="noStrike" u="none">
                <a:solidFill>
                  <a:srgbClr val="000000"/>
                </a:solidFill>
                <a:effectLst/>
                <a:uFillTx/>
                <a:latin typeface="Arial"/>
              </a:endParaRPr>
            </a:p>
          </p:txBody>
        </p:sp>
        <p:sp>
          <p:nvSpPr>
            <p:cNvPr id="82" name="TextBox 37"/>
            <p:cNvSpPr/>
            <p:nvPr/>
          </p:nvSpPr>
          <p:spPr>
            <a:xfrm>
              <a:off x="8092080" y="3935520"/>
              <a:ext cx="625680" cy="3646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GB" sz="1800" strike="noStrike" u="none">
                  <a:solidFill>
                    <a:schemeClr val="lt1"/>
                  </a:solidFill>
                  <a:effectLst/>
                  <a:uFillTx/>
                  <a:latin typeface="Arial"/>
                </a:rPr>
                <a:t>12,2</a:t>
              </a:r>
              <a:endParaRPr b="0" lang="en-US" sz="1800" strike="noStrike" u="none">
                <a:solidFill>
                  <a:srgbClr val="000000"/>
                </a:solidFill>
                <a:effectLst/>
                <a:uFillTx/>
                <a:latin typeface="Arial"/>
              </a:endParaRPr>
            </a:p>
          </p:txBody>
        </p:sp>
        <p:sp>
          <p:nvSpPr>
            <p:cNvPr id="83" name="TextBox 7"/>
            <p:cNvSpPr/>
            <p:nvPr/>
          </p:nvSpPr>
          <p:spPr>
            <a:xfrm>
              <a:off x="5007960" y="4832640"/>
              <a:ext cx="247320" cy="2430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000" strike="noStrike" u="none">
                  <a:solidFill>
                    <a:schemeClr val="dk1"/>
                  </a:solidFill>
                  <a:effectLst/>
                  <a:uFillTx/>
                  <a:latin typeface="等线"/>
                </a:rPr>
                <a:t>0</a:t>
              </a:r>
              <a:endParaRPr b="0" lang="en-US" sz="1000" strike="noStrike" u="none">
                <a:solidFill>
                  <a:srgbClr val="000000"/>
                </a:solidFill>
                <a:effectLst/>
                <a:uFillTx/>
                <a:latin typeface="Arial"/>
              </a:endParaRPr>
            </a:p>
          </p:txBody>
        </p:sp>
        <p:sp>
          <p:nvSpPr>
            <p:cNvPr id="84" name="TextBox 38"/>
            <p:cNvSpPr/>
            <p:nvPr/>
          </p:nvSpPr>
          <p:spPr>
            <a:xfrm>
              <a:off x="6526080" y="4832640"/>
              <a:ext cx="247320" cy="2430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000" strike="noStrike" u="none">
                  <a:solidFill>
                    <a:schemeClr val="dk1"/>
                  </a:solidFill>
                  <a:effectLst/>
                  <a:uFillTx/>
                  <a:latin typeface="等线"/>
                </a:rPr>
                <a:t>5</a:t>
              </a:r>
              <a:endParaRPr b="0" lang="en-US" sz="1000" strike="noStrike" u="none">
                <a:solidFill>
                  <a:srgbClr val="000000"/>
                </a:solidFill>
                <a:effectLst/>
                <a:uFillTx/>
                <a:latin typeface="Arial"/>
              </a:endParaRPr>
            </a:p>
          </p:txBody>
        </p:sp>
        <p:sp>
          <p:nvSpPr>
            <p:cNvPr id="85" name="TextBox 39"/>
            <p:cNvSpPr/>
            <p:nvPr/>
          </p:nvSpPr>
          <p:spPr>
            <a:xfrm>
              <a:off x="8044560" y="4832640"/>
              <a:ext cx="313920" cy="2430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000" strike="noStrike" u="none">
                  <a:solidFill>
                    <a:schemeClr val="dk1"/>
                  </a:solidFill>
                  <a:effectLst/>
                  <a:uFillTx/>
                  <a:latin typeface="等线"/>
                </a:rPr>
                <a:t>10</a:t>
              </a:r>
              <a:endParaRPr b="0" lang="en-US" sz="1000" strike="noStrike" u="none">
                <a:solidFill>
                  <a:srgbClr val="000000"/>
                </a:solidFill>
                <a:effectLst/>
                <a:uFillTx/>
                <a:latin typeface="Arial"/>
              </a:endParaRPr>
            </a:p>
          </p:txBody>
        </p:sp>
        <p:sp>
          <p:nvSpPr>
            <p:cNvPr id="86" name="TextBox 40"/>
            <p:cNvSpPr/>
            <p:nvPr/>
          </p:nvSpPr>
          <p:spPr>
            <a:xfrm>
              <a:off x="9562680" y="4832640"/>
              <a:ext cx="313920" cy="2430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000" strike="noStrike" u="none">
                  <a:solidFill>
                    <a:schemeClr val="dk1"/>
                  </a:solidFill>
                  <a:effectLst/>
                  <a:uFillTx/>
                  <a:latin typeface="等线"/>
                </a:rPr>
                <a:t>15</a:t>
              </a:r>
              <a:endParaRPr b="0" lang="en-US" sz="1000" strike="noStrike" u="none">
                <a:solidFill>
                  <a:srgbClr val="000000"/>
                </a:solidFill>
                <a:effectLst/>
                <a:uFillTx/>
                <a:latin typeface="Arial"/>
              </a:endParaRPr>
            </a:p>
          </p:txBody>
        </p:sp>
        <p:sp>
          <p:nvSpPr>
            <p:cNvPr id="87" name="Pfeil nach unten 19"/>
            <p:cNvSpPr/>
            <p:nvPr/>
          </p:nvSpPr>
          <p:spPr>
            <a:xfrm rot="5400000">
              <a:off x="9577440" y="3062160"/>
              <a:ext cx="880200" cy="2150640"/>
            </a:xfrm>
            <a:prstGeom prst="downArrow">
              <a:avLst>
                <a:gd name="adj1" fmla="val 50000"/>
                <a:gd name="adj2" fmla="val 50000"/>
              </a:avLst>
            </a:prstGeom>
            <a:solidFill>
              <a:schemeClr val="accent1"/>
            </a:solidFill>
            <a:ln w="12600">
              <a:noFill/>
            </a:ln>
          </p:spPr>
          <p:style>
            <a:lnRef idx="0"/>
            <a:fillRef idx="0"/>
            <a:effectRef idx="0"/>
            <a:fontRef idx="minor"/>
          </p:style>
          <p:txBody>
            <a:bodyPr lIns="90000" rIns="90000" tIns="45000" bIns="45000" anchor="ctr">
              <a:noAutofit/>
            </a:bodyPr>
            <a:p>
              <a:endParaRPr b="0" lang="en-GB" sz="1800" strike="noStrike" u="none">
                <a:solidFill>
                  <a:schemeClr val="accent1"/>
                </a:solidFill>
                <a:effectLst/>
                <a:uFillTx/>
                <a:latin typeface="等线"/>
              </a:endParaRPr>
            </a:p>
          </p:txBody>
        </p:sp>
        <p:sp>
          <p:nvSpPr>
            <p:cNvPr id="88" name="TextBox 11"/>
            <p:cNvSpPr/>
            <p:nvPr/>
          </p:nvSpPr>
          <p:spPr>
            <a:xfrm>
              <a:off x="9244800" y="3943440"/>
              <a:ext cx="1646640" cy="3646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1800" strike="noStrike" u="none">
                  <a:solidFill>
                    <a:schemeClr val="lt2"/>
                  </a:solidFill>
                  <a:effectLst/>
                  <a:uFillTx/>
                  <a:latin typeface="等线"/>
                </a:rPr>
                <a:t>2 days shorter</a:t>
              </a:r>
              <a:endParaRPr b="0" lang="en-US" sz="1800" strike="noStrike" u="none">
                <a:solidFill>
                  <a:srgbClr val="000000"/>
                </a:solidFill>
                <a:effectLst/>
                <a:uFillTx/>
                <a:latin typeface="Arial"/>
              </a:endParaRPr>
            </a:p>
          </p:txBody>
        </p:sp>
      </p:grpSp>
      <p:sp>
        <p:nvSpPr>
          <p:cNvPr id="89" name="TextBox 14"/>
          <p:cNvSpPr/>
          <p:nvPr/>
        </p:nvSpPr>
        <p:spPr>
          <a:xfrm>
            <a:off x="5007960" y="5274720"/>
            <a:ext cx="4442040" cy="245880"/>
          </a:xfrm>
          <a:prstGeom prst="rect">
            <a:avLst/>
          </a:prstGeom>
          <a:noFill/>
          <a:ln w="0">
            <a:noFill/>
          </a:ln>
        </p:spPr>
        <p:style>
          <a:lnRef idx="0"/>
          <a:fillRef idx="0"/>
          <a:effectRef idx="0"/>
          <a:fontRef idx="minor"/>
        </p:style>
        <p:txBody>
          <a:bodyPr lIns="38160" rIns="38160" tIns="25560" bIns="25560" anchor="t">
            <a:normAutofit fontScale="77500" lnSpcReduction="19999"/>
          </a:bodyPr>
          <a:p>
            <a:r>
              <a:rPr b="0" lang="en-US" sz="1000" strike="noStrike" u="none">
                <a:solidFill>
                  <a:schemeClr val="dk1"/>
                </a:solidFill>
                <a:effectLst/>
                <a:uFillTx/>
                <a:latin typeface="Arial"/>
              </a:rPr>
              <a:t>^Time to reach full enteral feeding is a reliable indicator of feeding tolerance</a:t>
            </a:r>
            <a:endParaRPr b="0" lang="en-US" sz="1000" strike="noStrike" u="none">
              <a:solidFill>
                <a:srgbClr val="000000"/>
              </a:solidFill>
              <a:effectLst/>
              <a:uFillTx/>
              <a:latin typeface="Arial"/>
            </a:endParaRPr>
          </a:p>
          <a:p>
            <a:pPr defTabSz="914400">
              <a:lnSpc>
                <a:spcPct val="100000"/>
              </a:lnSpc>
            </a:pPr>
            <a:r>
              <a:rPr b="0" lang="en-US" sz="1000" strike="noStrike" u="none">
                <a:solidFill>
                  <a:schemeClr val="dk1"/>
                </a:solidFill>
                <a:effectLst/>
                <a:uFillTx/>
                <a:latin typeface="Arial"/>
              </a:rPr>
              <a:t>^</a:t>
            </a:r>
            <a:r>
              <a:rPr b="0" lang="zh-CN" sz="1000" strike="noStrike" u="none">
                <a:solidFill>
                  <a:schemeClr val="dk1"/>
                </a:solidFill>
                <a:effectLst/>
                <a:uFillTx/>
                <a:latin typeface="Arial"/>
              </a:rPr>
              <a:t>达到完全肠内喂养的时间是喂养耐受性的可靠指标</a:t>
            </a:r>
            <a:endParaRPr b="0" lang="en-US" sz="1000" strike="noStrike" u="none">
              <a:solidFill>
                <a:srgbClr val="000000"/>
              </a:solidFill>
              <a:effectLst/>
              <a:uFillTx/>
              <a:latin typeface="Arial"/>
            </a:endParaRPr>
          </a:p>
        </p:txBody>
      </p:sp>
      <p:pic>
        <p:nvPicPr>
          <p:cNvPr id="90" name="Graphic 3" descr=""/>
          <p:cNvPicPr/>
          <p:nvPr/>
        </p:nvPicPr>
        <p:blipFill>
          <a:blip r:embed="rId1">
            <a:extLst>
              <a:ext uri="{96DAC541-7B7A-43D3-8B79-37D633B846F1}">
                <asvg:svgBlip xmlns:asvg="http://schemas.microsoft.com/office/drawing/2016/SVG/main" r:embed="rId2"/>
              </a:ext>
            </a:extLst>
          </a:blip>
          <a:stretch/>
        </p:blipFill>
        <p:spPr>
          <a:xfrm>
            <a:off x="792360" y="1552320"/>
            <a:ext cx="3752640" cy="375264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LibreOffice/25.2.4.3$Windows_X86_64 LibreOffice_project/33e196637044ead23f5c3226cde09b47731f7e27</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2025-01-11T13:04:11Z</dcterms:created>
  <dc:creator>488460324@qq.com</dc:creator>
  <dc:description/>
  <dc:language>zh-CN</dc:language>
  <cp:lastModifiedBy>488460324@qq.com</cp:lastModifiedBy>
  <dcterms:modified xsi:type="dcterms:W3CDTF">2025-01-11T13:27:48Z</dcterms:modified>
  <cp:revision>2</cp:revision>
  <dc:subject/>
  <dc:title>PowerPoint 演示文稿</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vt:r8>
  </property>
  <property fmtid="{D5CDD505-2E9C-101B-9397-08002B2CF9AE}" pid="3" name="PresentationFormat">
    <vt:lpwstr>宽屏</vt:lpwstr>
  </property>
  <property fmtid="{D5CDD505-2E9C-101B-9397-08002B2CF9AE}" pid="4" name="Slides">
    <vt:r8>1</vt:r8>
  </property>
</Properties>
</file>