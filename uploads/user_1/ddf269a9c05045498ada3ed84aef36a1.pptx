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18B7486-355C-4E40-8C1D-9B2BBC5B944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6F93DD-5446-462C-809C-FA6958CAC36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154F1C-68A3-4223-BFD7-8744A3CBA6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176163-7291-4B3D-BCF9-1840301029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20A95C6-44E7-4548-8C51-B28DD832F8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50C4611-A6D3-455A-8328-A87751250F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483A0C-1705-4D76-BB79-69B6B35F22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DE77DE-1B80-4896-B50C-99929F71B8E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148A2E-7FD5-4F08-B128-A5FAA7F1109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851EAB-64B2-4EC1-9960-D82CEDB6A8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C3DD8B-1DB5-47F1-8361-69F75A22D4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280845-521A-4376-96E5-E48D6E61FB3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E673FE-A33E-4D36-B46E-64E8441156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835C15-2318-493F-B6DF-D389960DC44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D04EB2-718C-47DF-A739-FC698F9905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2BB36F-5CD6-4FB6-BC79-C6A686609AB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7BAD68-5AAB-4D2F-BFAA-3D847061321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92500"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time to reach full enteral feeding was 2 days shorter1*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[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翻译失败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: API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密钥未配置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]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GB" sz="800" strike="noStrike" u="none">
                <a:solidFill>
                  <a:schemeClr val="dk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GB" sz="800" strike="noStrike" u="none">
                <a:solidFill>
                  <a:schemeClr val="dk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1. Hascoët JM et al., Abstract at WCPGHAN 2021. * Randomised, clinical trial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</a:t>
            </a:r>
            <a:r>
              <a:rPr b="0" lang="en-GB" sz="1400" strike="noStrike" u="none" baseline="30000">
                <a:solidFill>
                  <a:schemeClr val="dk1"/>
                </a:solidFill>
                <a:effectLst/>
                <a:uFillTx/>
                <a:latin typeface="等线"/>
              </a:rPr>
              <a:t>1</a:t>
            </a: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 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