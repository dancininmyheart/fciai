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7C44AD2-07A3-4B37-AE08-8EF54589201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0058A8-53F7-4CC8-AB10-BFEDE36610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428831-CBD7-4CA9-A8A1-1497981F6D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B5EF98-C479-442D-9400-765CF82323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CBAB6B4-33D6-49AF-A9F8-16F365AB1A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7B7E78-2285-4E15-8F1B-F865EC79F1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580DA0-B8EB-4914-877C-8A6E0DB71F5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76908F-BA13-4014-8446-5F5CF31911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E919A-A036-48D5-AB5D-D9D20CE1388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DEC95C-E70F-4D31-B35F-0DE4625A280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B49E42-F1D1-441D-B65A-3B8F175075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F06A56-CF4F-452E-AAF9-A0DD5E2CE2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D5BC02-F090-4DFD-B251-B83B08E573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782491-9142-4323-AB77-04C6004D84D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E05EB-BAC9-4251-9120-88BE71D14D4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B3849B-A944-44F5-89F6-30ACACBD60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F2A48E-3B12-4B47-B29C-1E0145ACAFB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77500" lnSpcReduction="1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添加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HMO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（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2’FL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和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LNnT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）后，达到全肠内喂养的平均时间缩短了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2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天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2-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岩藻糖基乳糖；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HMO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，人乳寡糖；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LNnT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，乳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-N-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新四糖。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WCPGHAN 2021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摘要。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*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随机临床试验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更快地达到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FEF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可能有助于降低生长受限和肠道不成熟加剧的风险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达到全肠内喂养的时间是喂养耐受性的可靠指标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