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109F7C3-5156-4D9B-BD27-ED475E71CD1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76508F-A93E-4DEA-9722-FB349EC1349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30AFB-2796-4CB7-AF80-2DA7740CA3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5D2AD8-DA8D-4A19-B724-B62301E6B2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C038B45-10BF-4C80-B528-86BD7D024E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EDD6E3-9110-42BE-81A5-2C3EB267A5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D64D3C-F022-457F-9F5B-59FE7AC8532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3A074E-76BD-4190-87CC-0D489D11A78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0EB06A-7DB5-45B9-A167-CD0D18723AC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6D3CE6-A5E2-40A5-814D-5202BAA287C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DDB1E1-32EB-41D2-AA76-85F25357055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149EFD-E3E2-4243-A365-2AAB051BF0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663D68-9165-4EC2-B5A1-AA6BF66EB9B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FAC589-F411-4805-96E8-A149CA04D2C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5B901C-8B36-4A63-814E-0B6652CA81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66E95-8E99-4D1A-ABE7-2A721E4BE9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F3F6AA-A7D3-4898-A7B6-D26CBC1322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5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Met HMO-supplement (2’FL en LNnT) was de gemiddelde tijd om volledige enterale voeding te bereiken 2 dagen korter1*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/>
          </a:bodyPr>
          <a:p>
            <a:pPr algn="r" defTabSz="914400">
              <a:lnSpc>
                <a:spcPct val="100000"/>
              </a:lnSpc>
            </a:pPr>
            <a:r>
              <a:rPr b="0" lang="en-GB" sz="800" strike="noStrike" u="none">
                <a:solidFill>
                  <a:schemeClr val="dk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32500" lnSpcReduction="19999"/>
          </a:bodyPr>
          <a:p>
            <a:pPr algn="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1. Hascoët JM et al., Abstract at WCPGHAN 2021. * Randomised, clinical trial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1. Hascoët JM et al., Abstract at WCPGHAN 2021. * Gerandomiseerd, klinisch onderzoek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40000" lnSpcReduction="19999"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br>
              <a:rPr sz="2800"/>
            </a:b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Snellere voortgang naar FEF kan helpen het risico op groeibeperking en verergerde darmonvolwassenheid te verminderen1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40000" lnSpcReduction="19999"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^Time to reach full enteral feeding is a reliable indicator of feeding tolerance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^De tijd om volledige enterale voeding te bereiken is een betrouwbare indicator van voedingstolerantie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