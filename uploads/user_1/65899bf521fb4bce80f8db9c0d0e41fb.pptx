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1821770"/>
            <a:ext cx="6785089" cy="3952067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65677" cy="1161575"/>
          </a:xfrm>
        </p:spPr>
        <p:txBody>
          <a:bodyPr wrap="square">
            <a:normAutofit/>
          </a:bodyPr>
          <a:lstStyle/>
          <a:p>
            <a:r>
              <a:rPr sz="2400"/>
              <a:t>With HMO supplement (2’FL and LNnT), the mean time to reach full enteral feeding was 2 days shorter1*
2’FL, 2-岩藻糖基乳糖；HMO，人乳寡糖；LNnT，乳-N-新四糖。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2’FL, 2-fucosyllactose; HMO, human milk oligosaccharide; LNnT, Lacto-N-neotetraose.
2’FL, 2-岩藻糖基乳糖；HMO，人乳寡糖；LNnT，乳-N-新四糖。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21544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1. Hascoët JM et al., Abstract at WCPGHAN 2021. * Randomised, clinical trial
更快地过渡到FEF可能有助于降低生长受限和肠道不成熟加剧的风险1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880131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2400">
                <a:solidFill>
                  <a:srgbClr val="5C5C5C"/>
                </a:solidFill>
              </a:rPr>
              <a:t>Faster progression to FEF may help reduce the risk of growth restriction and exacerbated gut immaturity1
更快地过渡到FEF可能有助于降低生长受限和肠道不成熟加剧的风险1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4442242" cy="24622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sz="2400"/>
              <a:t>^Time to reach full enteral feeding is a reliable indicator of feeding tolerance
更快地过渡到FEF可能有助于降低生长受限和肠道不成熟加剧的风险1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 time to reach full enteral feeding was 2 days shorter1*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2</cp:revision>
  <dcterms:created xsi:type="dcterms:W3CDTF">2025-01-11T13:04:11Z</dcterms:created>
  <dcterms:modified xsi:type="dcterms:W3CDTF">2025-01-11T13:27:48Z</dcterms:modified>
</cp:coreProperties>
</file>