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7D1C863-C09D-47E1-9270-6E7113155F3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C91A59-B555-4D2C-BAFE-F085FE1BF11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FFAABA-EC8F-42B9-BAFF-55935CEA73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CBC77F-3873-4C1E-9F5B-84A88CE745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A61E5C7-C607-402F-9625-CA2B267D1B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6F749F2-A42E-4D6D-AF34-5BE9F18697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09AAE0-16B9-4A7B-BE4A-A3A4752B9A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C4D75B-B405-445E-9AD9-F083260E5CA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6D17CB-9C8A-474C-A928-FF263BA78B8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860C01-7F68-4B94-B063-A6869C722FA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F0878D-67A3-4716-B167-6CE8890086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D31562-74FA-4F97-AD40-1721A8B80FC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1CA796-CB6C-4A43-BAB2-B8400133560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21B64A-88DC-42B6-BFCA-4FB7CBF8D79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271A14-2EC3-4536-AE9A-A9B9B051145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CFF04D-6677-43B0-9C74-791053AF3A8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8C17AD-7A9A-43C7-B90C-657F3311002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92500"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time to reach full enteral feeding was 2 days shorter1*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[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翻译错误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: GPT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翻译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API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调用失败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: HTTP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客户端未初始化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]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GPT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API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调用失败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HTTP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客户端未初始化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]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 et al., Abstract at WCPGHAN 2021. * Randomised, clinical trial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GPT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API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调用失败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HTTP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客户端未初始化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]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[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翻译错误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 GPT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翻译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API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调用失败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 HTTP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客户端未初始化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]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GPT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</a:t>
            </a: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API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调用失败</a:t>
            </a: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HTTP 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客户端未初始化</a:t>
            </a: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]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