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460667-6FF5-4CC2-A484-BCCA425D3D9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04AA5D-25CF-430C-B373-CACC3E93BE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58B33-A248-4C83-B5C1-2962C93648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7D3FCB-FE1C-41F6-8B58-23BC4E22A3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1B9EC30-9B37-4C3D-AF0E-145CF33D45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041A38A-360E-4576-B60B-41CFDCFF66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65B0E-FBED-4E80-A14E-FC4A667EB2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8EF98F-A265-4A7B-8A3B-A609B9AD50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5BB97A-68C3-4109-ABFB-CBCD74166F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EB39E-78C4-440C-8FC2-7C37A91CB7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2E3436-B1B5-4601-868A-3001F2B68D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5C635-455C-434D-941A-BFEDA8DC68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6F430-EA46-4D2F-8017-6EF94ED253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24B65F-CA91-4E12-BF71-A00278E0B94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0E746A-B490-4C87-A94B-29A982869A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A56CE-E7DA-48A5-9D46-4073F43877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1EC2D4-5160-4596-908F-2FB22BF40B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[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翻译错误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GPT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API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调用失败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'gbk' codec can't encode character '\xeb' in position 454: illegal multibyte sequence]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'gbk' codec can't encode character '\xeb' in position 454: illegal multibyte sequence]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'gbk' codec can't encode character '\xeb' in position 454: illegal multibyte sequence]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70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[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翻译错误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GPT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API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调用失败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'gbk' codec can't encode character '\xeb' in position 454: illegal multibyte sequence]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62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GPT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API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调用失败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'gbk' codec can't encode character '\xeb' in position 454: illegal multibyte sequence]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