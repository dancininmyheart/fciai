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notesMasterIdLst>
    <p:notesMasterId r:id="rId13"/>
  </p:notesMasterIdLst>
  <p:sldIdLst>
    <p:sldId id="25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F36B0E8-4E6E-419C-891C-016ACDEFFB2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1B4B4D-83F9-42EC-BD36-D3E654FA11A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128AA6-93B4-4CF2-97FA-CF3CAE770F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835CAE-DDF4-4D56-B91A-52FFC052A2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6D78BAB-F284-495E-A28A-A88E622155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3E9E8BF-848B-442B-936A-4D6D91B9C2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947FBA-4295-4ED1-84A6-F2E866C912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071C0B-625A-4711-9956-B454913B5A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9E923E-B63E-4C70-9CB1-D066007CDB2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B21080-18A7-41EA-83A6-4888B3B04D2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1A2C66-1B28-4E08-BFE1-2F762D077DA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6651F7-9F1C-4A56-BBEE-1B0B905ABB1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6AC63D-FF1A-4338-B500-E6B39276A9B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E39070-8B67-4A66-BA14-498AFCCDB89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E18277-4FAE-4F46-95C2-3132BF5F08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4BCFD2-653B-407A-935C-732546D3C4F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627D5E-2FBF-43FC-9866-85A45A517CC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55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time to reach full enteral feeding was 2 days shorter1*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Met HMO-supplement (2’FL en LNnT) was de gemiddelde tijd om volledige enterale voeding te bereiken 2 dagen korter1*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GB" sz="800" strike="noStrike" u="none">
                <a:solidFill>
                  <a:schemeClr val="dk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32500" lnSpcReduction="19999"/>
          </a:bodyPr>
          <a:p>
            <a:pPr algn="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1. Hascoët JM et al., Abstract at WCPGHAN 2021. * Randomised, clinical trial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1. Hascoët JM et al., Abstract bij WCPGHAN 2021. * Gerandomiseerde, klinische studie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40000" lnSpcReduction="19999"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Snellere voortgang naar FEF kan helpen het risico op groeibeperking en verergerde darmonvolwassenheid te verminderen1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76" name="Group 12"/>
          <p:cNvGrpSpPr/>
          <p:nvPr/>
        </p:nvGrpSpPr>
        <p:grpSpPr>
          <a:xfrm>
            <a:off x="5007960" y="2229120"/>
            <a:ext cx="6085080" cy="2846520"/>
            <a:chOff x="5007960" y="2229120"/>
            <a:chExt cx="6085080" cy="2846520"/>
          </a:xfrm>
        </p:grpSpPr>
        <p:sp>
          <p:nvSpPr>
            <p:cNvPr id="77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8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600">
              <a:solidFill>
                <a:schemeClr val="dk1">
                  <a:lumMod val="60000"/>
                  <a:lumOff val="40000"/>
                </a:schemeClr>
              </a:solidFill>
              <a:miter/>
            </a:ln>
          </p:spPr>
        </p:cxnSp>
        <p:sp>
          <p:nvSpPr>
            <p:cNvPr id="79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8562600" y="284904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37"/>
            <p:cNvSpPr/>
            <p:nvPr/>
          </p:nvSpPr>
          <p:spPr>
            <a:xfrm>
              <a:off x="8092080" y="393552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7"/>
            <p:cNvSpPr/>
            <p:nvPr/>
          </p:nvSpPr>
          <p:spPr>
            <a:xfrm>
              <a:off x="500796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38"/>
            <p:cNvSpPr/>
            <p:nvPr/>
          </p:nvSpPr>
          <p:spPr>
            <a:xfrm>
              <a:off x="652608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39"/>
            <p:cNvSpPr/>
            <p:nvPr/>
          </p:nvSpPr>
          <p:spPr>
            <a:xfrm>
              <a:off x="804456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40"/>
            <p:cNvSpPr/>
            <p:nvPr/>
          </p:nvSpPr>
          <p:spPr>
            <a:xfrm>
              <a:off x="956268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8" name="TextBox 11"/>
            <p:cNvSpPr/>
            <p:nvPr/>
          </p:nvSpPr>
          <p:spPr>
            <a:xfrm>
              <a:off x="9244800" y="3943440"/>
              <a:ext cx="1646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40000" lnSpcReduction="1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^Time to reach full enteral feeding is a reliable indicator of feeding tolerance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^De tijd om volledige enterale voeding te bereiken is een betrouwbare indicator van voedingsverdraagzaamheid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