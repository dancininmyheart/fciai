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2.svg" ContentType="image/svg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14.xml" ContentType="application/vnd.openxmlformats-officedocument.theme+xml"/>
  <Override PartName="/ppt/theme/theme15.xml" ContentType="application/vnd.openxmlformats-officedocument.theme+xml"/>
  <Override PartName="/ppt/theme/theme16.xml" ContentType="application/vnd.openxmlformats-officedocument.theme+xml"/>
  <Override PartName="/ppt/theme/theme17.xml" ContentType="application/vnd.openxmlformats-officedocument.theme+xml"/>
  <Override PartName="/ppt/theme/theme18.xml" ContentType="application/vnd.openxmlformats-officedocument.theme+xml"/>
  <Override PartName="/ppt/theme/theme19.xml" ContentType="application/vnd.openxmlformats-officedocument.theme+xml"/>
  <Override PartName="/ppt/theme/theme2.xml" ContentType="application/vnd.openxmlformats-officedocument.theme+xml"/>
  <Override PartName="/ppt/theme/theme20.xml" ContentType="application/vnd.openxmlformats-officedocument.theme+xml"/>
  <Override PartName="/ppt/theme/theme21.xml" ContentType="application/vnd.openxmlformats-officedocument.theme+xml"/>
  <Override PartName="/ppt/theme/theme22.xml" ContentType="application/vnd.openxmlformats-officedocument.theme+xml"/>
  <Override PartName="/ppt/theme/theme23.xml" ContentType="application/vnd.openxmlformats-officedocument.theme+xml"/>
  <Override PartName="/ppt/theme/theme24.xml" ContentType="application/vnd.openxmlformats-officedocument.theme+xml"/>
  <Override PartName="/ppt/theme/theme25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  <p:sldMasterId id="2147483670" r:id="rId13"/>
    <p:sldMasterId id="2147483672" r:id="rId14"/>
    <p:sldMasterId id="2147483674" r:id="rId15"/>
    <p:sldMasterId id="2147483676" r:id="rId16"/>
    <p:sldMasterId id="2147483678" r:id="rId17"/>
    <p:sldMasterId id="2147483680" r:id="rId18"/>
    <p:sldMasterId id="2147483682" r:id="rId19"/>
    <p:sldMasterId id="2147483684" r:id="rId20"/>
    <p:sldMasterId id="2147483685" r:id="rId21"/>
    <p:sldMasterId id="2147483686" r:id="rId22"/>
    <p:sldMasterId id="2147483687" r:id="rId23"/>
    <p:sldMasterId id="2147483688" r:id="rId24"/>
    <p:sldMasterId id="2147483689" r:id="rId25"/>
    <p:sldMasterId id="2147483690" r:id="rId26"/>
  </p:sldMasterIdLst>
  <p:sldIdLst>
    <p:sldId id="256" r:id="rId27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Master" Target="slideMasters/slideMaster13.xml"/><Relationship Id="rId15" Type="http://schemas.openxmlformats.org/officeDocument/2006/relationships/slideMaster" Target="slideMasters/slideMaster14.xml"/><Relationship Id="rId16" Type="http://schemas.openxmlformats.org/officeDocument/2006/relationships/slideMaster" Target="slideMasters/slideMaster15.xml"/><Relationship Id="rId17" Type="http://schemas.openxmlformats.org/officeDocument/2006/relationships/slideMaster" Target="slideMasters/slideMaster16.xml"/><Relationship Id="rId18" Type="http://schemas.openxmlformats.org/officeDocument/2006/relationships/slideMaster" Target="slideMasters/slideMaster17.xml"/><Relationship Id="rId19" Type="http://schemas.openxmlformats.org/officeDocument/2006/relationships/slideMaster" Target="slideMasters/slideMaster18.xml"/><Relationship Id="rId20" Type="http://schemas.openxmlformats.org/officeDocument/2006/relationships/slideMaster" Target="slideMasters/slideMaster19.xml"/><Relationship Id="rId21" Type="http://schemas.openxmlformats.org/officeDocument/2006/relationships/slideMaster" Target="slideMasters/slideMaster20.xml"/><Relationship Id="rId22" Type="http://schemas.openxmlformats.org/officeDocument/2006/relationships/slideMaster" Target="slideMasters/slideMaster21.xml"/><Relationship Id="rId23" Type="http://schemas.openxmlformats.org/officeDocument/2006/relationships/slideMaster" Target="slideMasters/slideMaster22.xml"/><Relationship Id="rId24" Type="http://schemas.openxmlformats.org/officeDocument/2006/relationships/slideMaster" Target="slideMasters/slideMaster23.xml"/><Relationship Id="rId25" Type="http://schemas.openxmlformats.org/officeDocument/2006/relationships/slideMaster" Target="slideMasters/slideMaster24.xml"/><Relationship Id="rId26" Type="http://schemas.openxmlformats.org/officeDocument/2006/relationships/slideMaster" Target="slideMasters/slideMaster25.xml"/><Relationship Id="rId27" Type="http://schemas.openxmlformats.org/officeDocument/2006/relationships/slide" Target="slides/slide1.xml"/><Relationship Id="rId28" Type="http://schemas.openxmlformats.org/officeDocument/2006/relationships/presProps" Target="presProp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>
          <a:xfrm>
            <a:off x="838080" y="1936440"/>
            <a:ext cx="10515240" cy="4240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1FE5600-8A5A-4638-91F0-0F93B82E4F6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838080" y="1936440"/>
            <a:ext cx="10515240" cy="4240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7645237-06A1-4BE1-8E91-A88A6CE7D74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838080" y="1936440"/>
            <a:ext cx="10515240" cy="4240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693DAC79-A6A9-442A-A653-5650512C569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/>
          </p:nvPr>
        </p:nvSpPr>
        <p:spPr>
          <a:xfrm>
            <a:off x="838080" y="1936440"/>
            <a:ext cx="10515240" cy="4240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6FB371B8-D8FF-4837-9E79-AFB1486067A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/>
          </p:nvPr>
        </p:nvSpPr>
        <p:spPr>
          <a:xfrm>
            <a:off x="838080" y="1936440"/>
            <a:ext cx="10515240" cy="4240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209E6F85-0680-490F-92C3-026B80E34E9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/>
          </p:nvPr>
        </p:nvSpPr>
        <p:spPr>
          <a:xfrm>
            <a:off x="838080" y="1936440"/>
            <a:ext cx="10515240" cy="4240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19CFA7C6-8987-40F7-B3CE-5C2F164E86A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838080" y="1936440"/>
            <a:ext cx="10515240" cy="4240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9EA262E1-C78E-4660-8035-F90AD09EE44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/>
          </p:nvPr>
        </p:nvSpPr>
        <p:spPr>
          <a:xfrm>
            <a:off x="838080" y="1936440"/>
            <a:ext cx="10515240" cy="4240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9232B6A5-30AB-4CD7-A0ED-2E47E9B37B2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/>
          </p:nvPr>
        </p:nvSpPr>
        <p:spPr>
          <a:xfrm>
            <a:off x="838080" y="1936440"/>
            <a:ext cx="10515240" cy="4240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81103A12-EBA1-45D6-B2C7-5ADFF675008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/>
          </p:nvPr>
        </p:nvSpPr>
        <p:spPr>
          <a:xfrm>
            <a:off x="838080" y="1936440"/>
            <a:ext cx="10515240" cy="4240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035FA15B-3AEB-4469-8FFE-4B41FBF7930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8" name="PlaceHolder 2"/>
          <p:cNvSpPr>
            <a:spLocks noGrp="1"/>
          </p:cNvSpPr>
          <p:nvPr>
            <p:ph/>
          </p:nvPr>
        </p:nvSpPr>
        <p:spPr>
          <a:xfrm>
            <a:off x="838080" y="1936440"/>
            <a:ext cx="10515240" cy="4240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3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4EA8559A-8ED2-4172-9071-A21CA9C9727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1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2" name="PlaceHolder 2"/>
          <p:cNvSpPr>
            <a:spLocks noGrp="1"/>
          </p:cNvSpPr>
          <p:nvPr>
            <p:ph/>
          </p:nvPr>
        </p:nvSpPr>
        <p:spPr>
          <a:xfrm>
            <a:off x="838080" y="1936440"/>
            <a:ext cx="10515240" cy="4240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1_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/>
          </p:nvPr>
        </p:nvSpPr>
        <p:spPr>
          <a:xfrm>
            <a:off x="838080" y="1936440"/>
            <a:ext cx="10515240" cy="4240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2_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98" name="PlaceHolder 2"/>
          <p:cNvSpPr>
            <a:spLocks noGrp="1"/>
          </p:cNvSpPr>
          <p:nvPr>
            <p:ph/>
          </p:nvPr>
        </p:nvSpPr>
        <p:spPr>
          <a:xfrm>
            <a:off x="838080" y="1936440"/>
            <a:ext cx="10515240" cy="4240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3_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06" name="PlaceHolder 2"/>
          <p:cNvSpPr>
            <a:spLocks noGrp="1"/>
          </p:cNvSpPr>
          <p:nvPr>
            <p:ph/>
          </p:nvPr>
        </p:nvSpPr>
        <p:spPr>
          <a:xfrm>
            <a:off x="838080" y="1936440"/>
            <a:ext cx="10515240" cy="4240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15" name="PlaceHolder 2"/>
          <p:cNvSpPr>
            <a:spLocks noGrp="1"/>
          </p:cNvSpPr>
          <p:nvPr>
            <p:ph/>
          </p:nvPr>
        </p:nvSpPr>
        <p:spPr>
          <a:xfrm>
            <a:off x="838080" y="1936440"/>
            <a:ext cx="10515240" cy="4240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21" name="PlaceHolder 2"/>
          <p:cNvSpPr>
            <a:spLocks noGrp="1"/>
          </p:cNvSpPr>
          <p:nvPr>
            <p:ph/>
          </p:nvPr>
        </p:nvSpPr>
        <p:spPr>
          <a:xfrm>
            <a:off x="838080" y="1936440"/>
            <a:ext cx="10515240" cy="4240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4"/>
          </p:nvPr>
        </p:nvSpPr>
        <p:spPr/>
        <p:txBody>
          <a:bodyPr/>
          <a:p>
            <a:fld id="{412E4753-0219-4A93-BA5B-67F4F8493251}" type="slidenum">
              <a:t>&lt;#&gt;</a:t>
            </a:fld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27" name="PlaceHolder 2"/>
          <p:cNvSpPr>
            <a:spLocks noGrp="1"/>
          </p:cNvSpPr>
          <p:nvPr>
            <p:ph/>
          </p:nvPr>
        </p:nvSpPr>
        <p:spPr>
          <a:xfrm>
            <a:off x="838080" y="1936440"/>
            <a:ext cx="10515240" cy="4240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</Relationships>
</file>

<file path=ppt/slideMasters/_rels/slideMaster6.xml.rels><?xml version='1.0' encoding='UTF-8' standalone='yes'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</Relationships>
</file>

<file path=ppt/slideMasters/_rels/slideMaster7.xml.rels><?xml version='1.0' encoding='UTF-8' standalone='yes'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</Relationships>
</file>

<file path=ppt/slideMasters/_rels/slideMaster8.xml.rels><?xml version='1.0' encoding='UTF-8' standalone='yes'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</Relationships>
</file>

<file path=ppt/slideMasters/_rels/slideMaster9.xml.rels><?xml version='1.0' encoding='UTF-8' standalone='yes'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</Relationships>
</file>

<file path=ppt/slideMasters/_rels/slideMaster10.xml.rels><?xml version='1.0' encoding='UTF-8' standalone='yes'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</Relationships>
</file>

<file path=ppt/slideMasters/_rels/slideMaster11.xml.rels><?xml version='1.0' encoding='UTF-8' standalone='yes'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</Relationships>
</file>

<file path=ppt/slideMasters/_rels/slideMaster12.xml.rels><?xml version='1.0' encoding='UTF-8' standalone='yes'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slideLayout" Target="../slideLayouts/slideLayout12.xml"/></Relationships>
</file>

<file path=ppt/slideMasters/_rels/slideMaster13.xml.rels><?xml version='1.0' encoding='UTF-8' standalone='yes'?>
<Relationships xmlns="http://schemas.openxmlformats.org/package/2006/relationships"><Relationship Id="rId1" Type="http://schemas.openxmlformats.org/officeDocument/2006/relationships/theme" Target="../theme/theme13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jpeg"/><Relationship Id="rId5" Type="http://schemas.openxmlformats.org/officeDocument/2006/relationships/image" Target="../media/image1.png"/><Relationship Id="rId6" Type="http://schemas.openxmlformats.org/officeDocument/2006/relationships/image" Target="../media/image2.svg"/><Relationship Id="rId7" Type="http://schemas.openxmlformats.org/officeDocument/2006/relationships/slideLayout" Target="../slideLayouts/slideLayout13.xml"/></Relationships>
</file>

<file path=ppt/slideMasters/_rels/slideMaster14.xml.rels><?xml version='1.0' encoding='UTF-8' standalone='yes'?>
<Relationships xmlns="http://schemas.openxmlformats.org/package/2006/relationships"><Relationship Id="rId1" Type="http://schemas.openxmlformats.org/officeDocument/2006/relationships/theme" Target="../theme/theme14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4.jpeg"/><Relationship Id="rId5" Type="http://schemas.openxmlformats.org/officeDocument/2006/relationships/image" Target="../media/image1.png"/><Relationship Id="rId6" Type="http://schemas.openxmlformats.org/officeDocument/2006/relationships/image" Target="../media/image2.svg"/><Relationship Id="rId7" Type="http://schemas.openxmlformats.org/officeDocument/2006/relationships/slideLayout" Target="../slideLayouts/slideLayout14.xml"/></Relationships>
</file>

<file path=ppt/slideMasters/_rels/slideMaster15.xml.rels><?xml version='1.0' encoding='UTF-8' standalone='yes'?>
<Relationships xmlns="http://schemas.openxmlformats.org/package/2006/relationships"><Relationship Id="rId1" Type="http://schemas.openxmlformats.org/officeDocument/2006/relationships/theme" Target="../theme/theme15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5.jpeg"/><Relationship Id="rId5" Type="http://schemas.openxmlformats.org/officeDocument/2006/relationships/image" Target="../media/image1.png"/><Relationship Id="rId6" Type="http://schemas.openxmlformats.org/officeDocument/2006/relationships/image" Target="../media/image2.svg"/><Relationship Id="rId7" Type="http://schemas.openxmlformats.org/officeDocument/2006/relationships/slideLayout" Target="../slideLayouts/slideLayout15.xml"/></Relationships>
</file>

<file path=ppt/slideMasters/_rels/slideMaster16.xml.rels><?xml version='1.0' encoding='UTF-8' standalone='yes'?>
<Relationships xmlns="http://schemas.openxmlformats.org/package/2006/relationships"><Relationship Id="rId1" Type="http://schemas.openxmlformats.org/officeDocument/2006/relationships/theme" Target="../theme/theme16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1.png"/><Relationship Id="rId5" Type="http://schemas.openxmlformats.org/officeDocument/2006/relationships/image" Target="../media/image2.svg"/><Relationship Id="rId6" Type="http://schemas.openxmlformats.org/officeDocument/2006/relationships/slideLayout" Target="../slideLayouts/slideLayout16.xml"/></Relationships>
</file>

<file path=ppt/slideMasters/_rels/slideMaster17.xml.rels><?xml version='1.0' encoding='UTF-8' standalone='yes'?>
<Relationships xmlns="http://schemas.openxmlformats.org/package/2006/relationships"><Relationship Id="rId1" Type="http://schemas.openxmlformats.org/officeDocument/2006/relationships/theme" Target="../theme/theme1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slideLayout" Target="../slideLayouts/slideLayout17.xml"/></Relationships>
</file>

<file path=ppt/slideMasters/_rels/slideMaster18.xml.rels><?xml version='1.0' encoding='UTF-8' standalone='yes'?>
<Relationships xmlns="http://schemas.openxmlformats.org/package/2006/relationships"><Relationship Id="rId1" Type="http://schemas.openxmlformats.org/officeDocument/2006/relationships/theme" Target="../theme/theme18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slideLayout" Target="../slideLayouts/slideLayout18.xml"/></Relationships>
</file>

<file path=ppt/slideMasters/_rels/slideMaster19.xml.rels><?xml version='1.0' encoding='UTF-8' standalone='yes'?>
<Relationships xmlns="http://schemas.openxmlformats.org/package/2006/relationships"><Relationship Id="rId1" Type="http://schemas.openxmlformats.org/officeDocument/2006/relationships/theme" Target="../theme/theme19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Masters/_rels/slideMaster20.xml.rels><?xml version='1.0' encoding='UTF-8' standalone='yes'?>
<Relationships xmlns="http://schemas.openxmlformats.org/package/2006/relationships"><Relationship Id="rId1" Type="http://schemas.openxmlformats.org/officeDocument/2006/relationships/theme" Target="../theme/theme20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Masters/_rels/slideMaster21.xml.rels><?xml version='1.0' encoding='UTF-8' standalone='yes'?>
<Relationships xmlns="http://schemas.openxmlformats.org/package/2006/relationships"><Relationship Id="rId1" Type="http://schemas.openxmlformats.org/officeDocument/2006/relationships/theme" Target="../theme/theme21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Masters/_rels/slideMaster22.xml.rels><?xml version='1.0' encoding='UTF-8' standalone='yes'?>
<Relationships xmlns="http://schemas.openxmlformats.org/package/2006/relationships"><Relationship Id="rId1" Type="http://schemas.openxmlformats.org/officeDocument/2006/relationships/theme" Target="../theme/theme22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Masters/_rels/slideMaster23.xml.rels><?xml version='1.0' encoding='UTF-8' standalone='yes'?>
<Relationships xmlns="http://schemas.openxmlformats.org/package/2006/relationships"><Relationship Id="rId1" Type="http://schemas.openxmlformats.org/officeDocument/2006/relationships/theme" Target="../theme/theme23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Masters/_rels/slideMaster24.xml.rels><?xml version='1.0' encoding='UTF-8' standalone='yes'?>
<Relationships xmlns="http://schemas.openxmlformats.org/package/2006/relationships"><Relationship Id="rId1" Type="http://schemas.openxmlformats.org/officeDocument/2006/relationships/theme" Target="../theme/theme24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Masters/_rels/slideMaster25.xml.rels><?xml version='1.0' encoding='UTF-8' standalone='yes'?>
<Relationships xmlns="http://schemas.openxmlformats.org/package/2006/relationships"><Relationship Id="rId1" Type="http://schemas.openxmlformats.org/officeDocument/2006/relationships/theme" Target="../theme/theme25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6.png"/><Relationship Id="rId5" Type="http://schemas.openxmlformats.org/officeDocument/2006/relationships/image" Target="../media/image1.png"/><Relationship Id="rId6" Type="http://schemas.openxmlformats.org/officeDocument/2006/relationships/image" Target="../media/image2.svg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zh-CN" sz="60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单击此处编辑母版标题样式</a:t>
            </a:r>
            <a:endParaRPr b="0" lang="en-US" sz="60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&lt;日期/时间&gt;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F70C74D-F5A3-4554-AA0B-8CA8CDE670D1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&lt;编号&gt;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zh-CN" sz="44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单击此处编辑母版标题样式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单击此处编辑母版文本样式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24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二级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三级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四级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五级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&lt;日期/时间&gt;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CDA0682-E899-48F9-92F0-2AF70A62855E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&lt;编号&gt;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872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anchorCtr="1" vert="eaVert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zh-CN" sz="44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单击此处编辑母版标题样式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388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单击此处编辑母版文本样式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24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二级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三级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四级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五级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&lt;日期/时间&gt;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4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5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D000239-2560-47DD-9643-1A2F69481098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&lt;编号&gt;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zh-CN" sz="44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单击此处编辑母版标题样式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单击此处编辑母版文本样式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24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二级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三级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四级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五级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&lt;日期/时间&gt;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5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596F241-7293-45CC-8655-245A516DDAA9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&lt;编号&gt;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zh-CN" sz="60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单击此处编辑母版标题样式</a:t>
            </a:r>
            <a:endParaRPr b="0" lang="en-US" sz="60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52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zh-CN" sz="24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单击此处编辑母版文本样式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&lt;日期/时间&gt;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9AFFF43-AEAF-44B6-87B4-3AC32C49C901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&lt;编号&gt;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zh-CN" sz="44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单击此处编辑母版标题样式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单击此处编辑母版文本样式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24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二级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三级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四级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五级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单击此处编辑母版文本样式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4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二级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三级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四级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五级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&lt;日期/时间&gt;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3A12925-6FA0-4F3C-AC41-63CF69F0C6E2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&lt;编号&gt;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zh-CN" sz="44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单击此处编辑母版标题样式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36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1" lang="zh-CN" sz="24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单击此处编辑母版文本样式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44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36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单击此处编辑母版文本样式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4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二级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三级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四级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五级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45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92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zh-CN" sz="24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单击此处编辑母版文本样式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46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92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单击此处编辑母版文本样式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4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二级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三级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四级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五级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47" name="PlaceHolder 6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&lt;日期/时间&gt;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PlaceHolder 7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PlaceHolder 8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D8B8FC7-C8E6-405F-BCD4-2D38FC1C26F3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&lt;编号&gt;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zh-CN" sz="44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单击此处编辑母版标题样式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&lt;日期/时间&gt;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PlaceHolder 4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F184C5D-7BF3-4127-9291-5F73970F102C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&lt;编号&gt;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&lt;日期/时间&gt;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3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A1DE5D5-1EC1-4612-85F1-ED2BAA6854AB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&lt;编号&gt;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zh-CN" sz="32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单击此处编辑母版标题样式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32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单击此处编辑母版文本样式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二级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4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三级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四级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五级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zh-CN" sz="16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单击此处编辑母版文本样式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&lt;日期/时间&gt;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" name="PlaceHolder 5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" name="PlaceHolder 6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427EE77-CDD2-49A4-A1DF-43E37452AF3C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&lt;编号&gt;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zh-CN" sz="3200" strike="noStrike" u="none">
                <a:solidFill>
                  <a:schemeClr val="dk1"/>
                </a:solidFill>
                <a:effectLst/>
                <a:uFillTx/>
                <a:latin typeface="等线 Light"/>
              </a:rPr>
              <a:t>单击此处编辑母版标题样式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点击以编辑提纲文本格式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第二提纲级别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第三提纲级别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第四提纲级别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第五提纲级别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第六提纲级别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第七提纲级别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zh-CN" sz="1600" strike="noStrike" u="none">
                <a:solidFill>
                  <a:schemeClr val="dk1"/>
                </a:solidFill>
                <a:effectLst/>
                <a:uFillTx/>
                <a:latin typeface="等线"/>
              </a:rPr>
              <a:t>单击此处编辑母版文本样式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等线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&lt;日期/时间&gt;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" name="PlaceHolder 5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" name="PlaceHolder 6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60CC0D3-551E-486A-A385-28BBA340AD5C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等线"/>
              </a:rPr>
              <a:t>&lt;编号&gt;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raphic 9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707400" y="6256080"/>
            <a:ext cx="1430280" cy="563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1" lang="en-GB" sz="3600" strike="noStrike" u="none">
                <a:solidFill>
                  <a:schemeClr val="accent1"/>
                </a:solidFill>
                <a:effectLst/>
                <a:uFillTx/>
                <a:latin typeface="Arial"/>
              </a:rPr>
              <a:t>Click to edit Master title style</a:t>
            </a:r>
            <a:endParaRPr b="0" lang="en-US" sz="36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1" r:id="rId4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raphic 9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707400" y="6256080"/>
            <a:ext cx="1430280" cy="563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4" name="Picture 2" descr="A picture containing person&#10;&#10;Description automatically generated"/>
          <p:cNvPicPr/>
          <p:nvPr/>
        </p:nvPicPr>
        <p:blipFill>
          <a:blip r:embed="rId4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85" name="Straight Connector 3"/>
          <p:cNvCxnSpPr/>
          <p:nvPr/>
        </p:nvCxnSpPr>
        <p:spPr>
          <a:xfrm>
            <a:off x="842400" y="3885120"/>
            <a:ext cx="724320" cy="360"/>
          </a:xfrm>
          <a:prstGeom prst="straightConnector1">
            <a:avLst/>
          </a:prstGeom>
          <a:ln w="54000">
            <a:solidFill>
              <a:srgbClr val="2fb85d"/>
            </a:solidFill>
            <a:miter/>
          </a:ln>
        </p:spPr>
      </p:cxnSp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703440" y="2313720"/>
            <a:ext cx="482040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GB" sz="3200" strike="noStrike" u="none">
                <a:solidFill>
                  <a:schemeClr val="accent1"/>
                </a:solidFill>
                <a:effectLst/>
                <a:uFillTx/>
                <a:latin typeface="Arial"/>
              </a:rPr>
              <a:t>Click to edit Master title style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87" name="Graphic 5" descr=""/>
          <p:cNvPicPr/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518760" y="507240"/>
            <a:ext cx="2095200" cy="825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8" name="PlaceHolder 2"/>
          <p:cNvSpPr>
            <a:spLocks noGrp="1"/>
          </p:cNvSpPr>
          <p:nvPr>
            <p:ph type="body"/>
          </p:nvPr>
        </p:nvSpPr>
        <p:spPr>
          <a:xfrm>
            <a:off x="703440" y="4247640"/>
            <a:ext cx="482040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GB" sz="2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7"/>
  </p:sldLayoutIdLst>
</p:sldMaster>
</file>

<file path=ppt/slideMasters/slideMaster1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raphic 9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707400" y="6256080"/>
            <a:ext cx="1430280" cy="563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2" name="Picture 15" descr=""/>
          <p:cNvPicPr/>
          <p:nvPr/>
        </p:nvPicPr>
        <p:blipFill>
          <a:blip r:embed="rId4"/>
          <a:stretch/>
        </p:blipFill>
        <p:spPr>
          <a:xfrm flipH="1">
            <a:off x="1901880" y="0"/>
            <a:ext cx="10290240" cy="685764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93" name="Straight Connector 4"/>
          <p:cNvCxnSpPr/>
          <p:nvPr/>
        </p:nvCxnSpPr>
        <p:spPr>
          <a:xfrm>
            <a:off x="842400" y="3885120"/>
            <a:ext cx="724320" cy="360"/>
          </a:xfrm>
          <a:prstGeom prst="straightConnector1">
            <a:avLst/>
          </a:prstGeom>
          <a:ln w="54000">
            <a:solidFill>
              <a:srgbClr val="2fb85d"/>
            </a:solidFill>
            <a:miter/>
          </a:ln>
        </p:spPr>
      </p:cxnSp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703440" y="2313720"/>
            <a:ext cx="482040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GB" sz="3200" strike="noStrike" u="none">
                <a:solidFill>
                  <a:schemeClr val="accent1"/>
                </a:solidFill>
                <a:effectLst/>
                <a:uFillTx/>
                <a:latin typeface="Arial"/>
              </a:rPr>
              <a:t>Click to edit Master title style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95" name="Graphic 6" descr=""/>
          <p:cNvPicPr/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518760" y="507240"/>
            <a:ext cx="2095200" cy="825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6" name="PlaceHolder 2"/>
          <p:cNvSpPr>
            <a:spLocks noGrp="1"/>
          </p:cNvSpPr>
          <p:nvPr>
            <p:ph type="body"/>
          </p:nvPr>
        </p:nvSpPr>
        <p:spPr>
          <a:xfrm>
            <a:off x="703440" y="4247640"/>
            <a:ext cx="482040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GB" sz="2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7"/>
  </p:sldLayoutIdLst>
</p:sldMaster>
</file>

<file path=ppt/slideMasters/slideMaster1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raphic 9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707400" y="6256080"/>
            <a:ext cx="1430280" cy="563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0" name="Picture 13" descr=""/>
          <p:cNvPicPr/>
          <p:nvPr/>
        </p:nvPicPr>
        <p:blipFill>
          <a:blip r:embed="rId4"/>
          <a:stretch/>
        </p:blipFill>
        <p:spPr>
          <a:xfrm flipH="1">
            <a:off x="1901880" y="0"/>
            <a:ext cx="10290240" cy="685764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101" name="Straight Connector 4"/>
          <p:cNvCxnSpPr/>
          <p:nvPr/>
        </p:nvCxnSpPr>
        <p:spPr>
          <a:xfrm>
            <a:off x="842400" y="3885120"/>
            <a:ext cx="724320" cy="360"/>
          </a:xfrm>
          <a:prstGeom prst="straightConnector1">
            <a:avLst/>
          </a:prstGeom>
          <a:ln w="54000">
            <a:solidFill>
              <a:srgbClr val="2fb85d"/>
            </a:solidFill>
            <a:miter/>
          </a:ln>
        </p:spPr>
      </p:cxnSp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703440" y="2313720"/>
            <a:ext cx="482040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GB" sz="3200" strike="noStrike" u="none">
                <a:solidFill>
                  <a:schemeClr val="accent1"/>
                </a:solidFill>
                <a:effectLst/>
                <a:uFillTx/>
                <a:latin typeface="Arial"/>
              </a:rPr>
              <a:t>Click to edit Master title style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103" name="Graphic 6" descr=""/>
          <p:cNvPicPr/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518760" y="507240"/>
            <a:ext cx="2095200" cy="825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4" name="PlaceHolder 2"/>
          <p:cNvSpPr>
            <a:spLocks noGrp="1"/>
          </p:cNvSpPr>
          <p:nvPr>
            <p:ph type="body"/>
          </p:nvPr>
        </p:nvSpPr>
        <p:spPr>
          <a:xfrm>
            <a:off x="703440" y="4247640"/>
            <a:ext cx="482040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GB" sz="2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7"/>
  </p:sldLayoutIdLst>
</p:sldMaster>
</file>

<file path=ppt/slideMasters/slideMaster1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raphic 9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707400" y="6256080"/>
            <a:ext cx="1430280" cy="56340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108" name="Straight Connector 7"/>
          <p:cNvCxnSpPr/>
          <p:nvPr/>
        </p:nvCxnSpPr>
        <p:spPr>
          <a:xfrm>
            <a:off x="842400" y="3885120"/>
            <a:ext cx="724320" cy="360"/>
          </a:xfrm>
          <a:prstGeom prst="straightConnector1">
            <a:avLst/>
          </a:prstGeom>
          <a:ln w="54000">
            <a:solidFill>
              <a:srgbClr val="2fb85d"/>
            </a:solidFill>
            <a:miter/>
          </a:ln>
        </p:spPr>
      </p:cxnSp>
      <p:sp>
        <p:nvSpPr>
          <p:cNvPr id="109" name="PlaceHolder 1"/>
          <p:cNvSpPr>
            <a:spLocks noGrp="1"/>
          </p:cNvSpPr>
          <p:nvPr>
            <p:ph type="title"/>
          </p:nvPr>
        </p:nvSpPr>
        <p:spPr>
          <a:xfrm>
            <a:off x="703440" y="2313720"/>
            <a:ext cx="482040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GB" sz="3200" strike="noStrike" u="none">
                <a:solidFill>
                  <a:schemeClr val="accent1"/>
                </a:solidFill>
                <a:effectLst/>
                <a:uFillTx/>
                <a:latin typeface="Arial"/>
              </a:rPr>
              <a:t>Click to edit Master title style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110" name="Graphic 11" descr=""/>
          <p:cNvPicPr/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518760" y="507240"/>
            <a:ext cx="2095200" cy="825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1" name="PlaceHolder 2"/>
          <p:cNvSpPr>
            <a:spLocks noGrp="1"/>
          </p:cNvSpPr>
          <p:nvPr>
            <p:ph type="body"/>
          </p:nvPr>
        </p:nvSpPr>
        <p:spPr>
          <a:xfrm>
            <a:off x="703440" y="4247640"/>
            <a:ext cx="482040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GB" sz="2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12" name="PlaceHolder 3"/>
          <p:cNvSpPr>
            <a:spLocks noGrp="1"/>
          </p:cNvSpPr>
          <p:nvPr>
            <p:ph type="body"/>
          </p:nvPr>
        </p:nvSpPr>
        <p:spPr>
          <a:xfrm>
            <a:off x="4444560" y="0"/>
            <a:ext cx="7747200" cy="6857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点击以编辑提纲文本格式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第二提纲级别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第三提纲级别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第四提纲级别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第五提纲级别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第六提纲级别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第七提纲级别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13" name="Rectangle 16"/>
          <p:cNvSpPr/>
          <p:nvPr/>
        </p:nvSpPr>
        <p:spPr>
          <a:xfrm>
            <a:off x="518760" y="6228360"/>
            <a:ext cx="1782000" cy="569160"/>
          </a:xfrm>
          <a:prstGeom prst="rect">
            <a:avLst/>
          </a:prstGeom>
          <a:solidFill>
            <a:schemeClr val="lt1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9" r:id="rId6"/>
  </p:sldLayoutIdLst>
</p:sldMaster>
</file>

<file path=ppt/slideMasters/slideMaster1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raphic 9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707400" y="6256080"/>
            <a:ext cx="1430280" cy="563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7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872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anchorCtr="1" vert="eaVert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GB" sz="3200" strike="noStrike" u="none">
                <a:solidFill>
                  <a:schemeClr val="accent1"/>
                </a:solidFill>
                <a:effectLst/>
                <a:uFillTx/>
                <a:latin typeface="Arial"/>
              </a:rPr>
              <a:t>Click to edit Master title style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18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388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19" name="PlaceHolder 3"/>
          <p:cNvSpPr>
            <a:spLocks noGrp="1"/>
          </p:cNvSpPr>
          <p:nvPr>
            <p:ph type="sldNum" idx="34"/>
          </p:nvPr>
        </p:nvSpPr>
        <p:spPr>
          <a:xfrm>
            <a:off x="4804200" y="6356520"/>
            <a:ext cx="6549120" cy="36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FFDD5A8F-F9D2-4D8F-B6AF-86B7C6930316}" type="slidenum"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&lt;编号&gt;</a:t>
            </a:fld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1" r:id="rId4"/>
  </p:sldLayoutIdLst>
</p:sldMaster>
</file>

<file path=ppt/slideMasters/slideMaster1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raphic 9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707400" y="6256080"/>
            <a:ext cx="1430280" cy="563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GB" sz="3200" strike="noStrike" u="none">
                <a:solidFill>
                  <a:schemeClr val="accent1"/>
                </a:solidFill>
                <a:effectLst/>
                <a:uFillTx/>
                <a:latin typeface="Arial"/>
              </a:rPr>
              <a:t>Click to edit Master title style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24" name="PlaceHolder 2"/>
          <p:cNvSpPr>
            <a:spLocks noGrp="1"/>
          </p:cNvSpPr>
          <p:nvPr>
            <p:ph type="body"/>
          </p:nvPr>
        </p:nvSpPr>
        <p:spPr>
          <a:xfrm>
            <a:off x="838080" y="1936440"/>
            <a:ext cx="10515240" cy="4240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cxnSp>
        <p:nvCxnSpPr>
          <p:cNvPr id="125" name="Straight Connector 8"/>
          <p:cNvCxnSpPr/>
          <p:nvPr/>
        </p:nvCxnSpPr>
        <p:spPr>
          <a:xfrm>
            <a:off x="963720" y="1543320"/>
            <a:ext cx="727200" cy="360"/>
          </a:xfrm>
          <a:prstGeom prst="straightConnector1">
            <a:avLst/>
          </a:prstGeom>
          <a:ln w="50760">
            <a:solidFill>
              <a:schemeClr val="accent3"/>
            </a:solidFill>
            <a:miter/>
          </a:ln>
        </p:spPr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3" r:id="rId4"/>
  </p:sldLayoutIdLst>
</p:sldMaster>
</file>

<file path=ppt/slideMasters/slideMaster1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raphic 9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707400" y="6256080"/>
            <a:ext cx="1430280" cy="563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9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476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GB" sz="4800" strike="noStrike" u="none">
                <a:solidFill>
                  <a:schemeClr val="accent1"/>
                </a:solidFill>
                <a:effectLst/>
                <a:uFillTx/>
                <a:latin typeface="Arial"/>
              </a:rPr>
              <a:t>Click to edit Master title style</a:t>
            </a:r>
            <a:endParaRPr b="0" lang="en-US" sz="4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30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52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GB" sz="2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cxnSp>
        <p:nvCxnSpPr>
          <p:cNvPr id="131" name="Straight Connector 8"/>
          <p:cNvCxnSpPr/>
          <p:nvPr/>
        </p:nvCxnSpPr>
        <p:spPr>
          <a:xfrm>
            <a:off x="963720" y="4403160"/>
            <a:ext cx="727200" cy="360"/>
          </a:xfrm>
          <a:prstGeom prst="straightConnector1">
            <a:avLst/>
          </a:prstGeom>
          <a:ln w="50760">
            <a:solidFill>
              <a:schemeClr val="accent3"/>
            </a:solidFill>
            <a:miter/>
          </a:ln>
        </p:spPr>
      </p:cxnSp>
      <p:sp>
        <p:nvSpPr>
          <p:cNvPr id="132" name="Slide Number Placeholder 5"/>
          <p:cNvSpPr/>
          <p:nvPr/>
        </p:nvSpPr>
        <p:spPr>
          <a:xfrm>
            <a:off x="5456520" y="6356520"/>
            <a:ext cx="589716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</a:pPr>
            <a:r>
              <a:rPr b="0" lang="en-US" sz="1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Refs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2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Graphic 9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707400" y="6256080"/>
            <a:ext cx="1430280" cy="563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GB" sz="3200" strike="noStrike" u="none">
                <a:solidFill>
                  <a:schemeClr val="accent1"/>
                </a:solidFill>
                <a:effectLst/>
                <a:uFillTx/>
                <a:latin typeface="Arial"/>
              </a:rPr>
              <a:t>Click to edit Master title style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35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36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5d7de1"/>
              </a:buClr>
              <a:buFont typeface="Wingdings" charset="2"/>
              <a:buChar char=""/>
            </a:pPr>
            <a:r>
              <a:rPr b="0" lang="en-GB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5d7de1"/>
              </a:buClr>
              <a:buFont typeface="Wingdings" charset="2"/>
              <a:buChar char=""/>
            </a:pPr>
            <a:r>
              <a:rPr b="0" lang="en-GB" sz="2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5d7de1"/>
              </a:buClr>
              <a:buFont typeface="Wingdings" charset="2"/>
              <a:buChar char=""/>
            </a:pPr>
            <a:r>
              <a:rPr b="0" lang="en-GB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5d7de1"/>
              </a:buClr>
              <a:buFont typeface="Wingdings" charset="2"/>
              <a:buChar char=""/>
            </a:pPr>
            <a:r>
              <a:rPr b="0" lang="en-GB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5d7de1"/>
              </a:buClr>
              <a:buFont typeface="Wingdings" charset="2"/>
              <a:buChar char=""/>
            </a:pPr>
            <a:r>
              <a:rPr b="0" lang="en-GB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2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raphic 9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707400" y="6256080"/>
            <a:ext cx="1430280" cy="563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8" name="PlaceHolder 1"/>
          <p:cNvSpPr>
            <a:spLocks noGrp="1"/>
          </p:cNvSpPr>
          <p:nvPr>
            <p:ph type="title"/>
          </p:nvPr>
        </p:nvSpPr>
        <p:spPr>
          <a:xfrm>
            <a:off x="83664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GB" sz="3200" strike="noStrike" u="none">
                <a:solidFill>
                  <a:schemeClr val="accent1"/>
                </a:solidFill>
                <a:effectLst/>
                <a:uFillTx/>
                <a:latin typeface="Arial"/>
              </a:rPr>
              <a:t>Click to edit Master title style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39" name="PlaceHolder 2"/>
          <p:cNvSpPr>
            <a:spLocks noGrp="1"/>
          </p:cNvSpPr>
          <p:nvPr>
            <p:ph type="body"/>
          </p:nvPr>
        </p:nvSpPr>
        <p:spPr>
          <a:xfrm>
            <a:off x="839880" y="1779480"/>
            <a:ext cx="5157360" cy="82368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txBody>
          <a:bodyPr lIns="91440" rIns="91440" tIns="45720" bIns="45720" anchor="ctr">
            <a:noAutofit/>
          </a:bodyPr>
          <a:p>
            <a:pPr marL="432000" indent="-324000" algn="ctr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1" lang="en-GB" sz="2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40" name="PlaceHolder 3"/>
          <p:cNvSpPr>
            <a:spLocks noGrp="1"/>
          </p:cNvSpPr>
          <p:nvPr>
            <p:ph type="body"/>
          </p:nvPr>
        </p:nvSpPr>
        <p:spPr>
          <a:xfrm>
            <a:off x="839880" y="2603160"/>
            <a:ext cx="515736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5d7de1"/>
              </a:buClr>
              <a:buFont typeface="Wingdings" charset="2"/>
              <a:buChar char=""/>
            </a:pPr>
            <a:r>
              <a:rPr b="0" lang="en-GB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5d7de1"/>
              </a:buClr>
              <a:buFont typeface="Wingdings" charset="2"/>
              <a:buChar char=""/>
            </a:pPr>
            <a:r>
              <a:rPr b="0" lang="en-GB" sz="2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5d7de1"/>
              </a:buClr>
              <a:buFont typeface="Wingdings" charset="2"/>
              <a:buChar char=""/>
            </a:pPr>
            <a:r>
              <a:rPr b="0" lang="en-GB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5d7de1"/>
              </a:buClr>
              <a:buFont typeface="Wingdings" charset="2"/>
              <a:buChar char=""/>
            </a:pPr>
            <a:r>
              <a:rPr b="0" lang="en-GB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5d7de1"/>
              </a:buClr>
              <a:buFont typeface="Wingdings" charset="2"/>
              <a:buChar char=""/>
            </a:pPr>
            <a:r>
              <a:rPr b="0" lang="en-GB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41" name="PlaceHolder 4"/>
          <p:cNvSpPr>
            <a:spLocks noGrp="1"/>
          </p:cNvSpPr>
          <p:nvPr>
            <p:ph type="body"/>
          </p:nvPr>
        </p:nvSpPr>
        <p:spPr>
          <a:xfrm>
            <a:off x="6172200" y="1779480"/>
            <a:ext cx="5182920" cy="82368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GB" sz="2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42" name="PlaceHolder 5"/>
          <p:cNvSpPr>
            <a:spLocks noGrp="1"/>
          </p:cNvSpPr>
          <p:nvPr>
            <p:ph type="body"/>
          </p:nvPr>
        </p:nvSpPr>
        <p:spPr>
          <a:xfrm>
            <a:off x="6172200" y="2603160"/>
            <a:ext cx="518292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5d7de1"/>
              </a:buClr>
              <a:buFont typeface="Wingdings" charset="2"/>
              <a:buChar char=""/>
            </a:pPr>
            <a:r>
              <a:rPr b="0" lang="en-GB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5d7de1"/>
              </a:buClr>
              <a:buFont typeface="Wingdings" charset="2"/>
              <a:buChar char=""/>
            </a:pPr>
            <a:r>
              <a:rPr b="0" lang="en-GB" sz="2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5d7de1"/>
              </a:buClr>
              <a:buFont typeface="Wingdings" charset="2"/>
              <a:buChar char=""/>
            </a:pPr>
            <a:r>
              <a:rPr b="0" lang="en-GB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5d7de1"/>
              </a:buClr>
              <a:buFont typeface="Wingdings" charset="2"/>
              <a:buChar char=""/>
            </a:pPr>
            <a:r>
              <a:rPr b="0" lang="en-GB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5d7de1"/>
              </a:buClr>
              <a:buFont typeface="Wingdings" charset="2"/>
              <a:buChar char=""/>
            </a:pPr>
            <a:r>
              <a:rPr b="0" lang="en-GB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cxnSp>
        <p:nvCxnSpPr>
          <p:cNvPr id="143" name="Straight Connector 15"/>
          <p:cNvCxnSpPr/>
          <p:nvPr/>
        </p:nvCxnSpPr>
        <p:spPr>
          <a:xfrm>
            <a:off x="963720" y="1543320"/>
            <a:ext cx="727200" cy="360"/>
          </a:xfrm>
          <a:prstGeom prst="straightConnector1">
            <a:avLst/>
          </a:prstGeom>
          <a:ln w="50760">
            <a:solidFill>
              <a:schemeClr val="accent3"/>
            </a:solidFill>
            <a:miter/>
          </a:ln>
        </p:spPr>
      </p:cxnSp>
      <p:sp>
        <p:nvSpPr>
          <p:cNvPr id="144" name="Slide Number Placeholder 5"/>
          <p:cNvSpPr/>
          <p:nvPr/>
        </p:nvSpPr>
        <p:spPr>
          <a:xfrm>
            <a:off x="5456520" y="6356520"/>
            <a:ext cx="589716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</a:pPr>
            <a:r>
              <a:rPr b="0" lang="en-US" sz="1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Refs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2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raphic 9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707400" y="6256080"/>
            <a:ext cx="1430280" cy="563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GB" sz="3200" strike="noStrike" u="none">
                <a:solidFill>
                  <a:schemeClr val="accent1"/>
                </a:solidFill>
                <a:effectLst/>
                <a:uFillTx/>
                <a:latin typeface="Arial"/>
              </a:rPr>
              <a:t>Click to edit Master title style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cxnSp>
        <p:nvCxnSpPr>
          <p:cNvPr id="147" name="Straight Connector 6"/>
          <p:cNvCxnSpPr/>
          <p:nvPr/>
        </p:nvCxnSpPr>
        <p:spPr>
          <a:xfrm>
            <a:off x="963720" y="1543320"/>
            <a:ext cx="727200" cy="360"/>
          </a:xfrm>
          <a:prstGeom prst="straightConnector1">
            <a:avLst/>
          </a:prstGeom>
          <a:ln w="50760">
            <a:solidFill>
              <a:schemeClr val="accent3"/>
            </a:solidFill>
            <a:miter/>
          </a:ln>
        </p:spPr>
      </p:cxnSp>
      <p:sp>
        <p:nvSpPr>
          <p:cNvPr id="148" name="Slide Number Placeholder 5"/>
          <p:cNvSpPr/>
          <p:nvPr/>
        </p:nvSpPr>
        <p:spPr>
          <a:xfrm>
            <a:off x="5456520" y="6356520"/>
            <a:ext cx="589716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</a:pPr>
            <a:r>
              <a:rPr b="0" lang="en-US" sz="1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Refs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2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Graphic 9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707400" y="6256080"/>
            <a:ext cx="1430280" cy="563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0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17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GB" sz="3200" strike="noStrike" u="none">
                <a:solidFill>
                  <a:schemeClr val="accent1"/>
                </a:solidFill>
                <a:effectLst/>
                <a:uFillTx/>
                <a:latin typeface="Arial"/>
              </a:rPr>
              <a:t>Click to edit Master title style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51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3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52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GB" sz="16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cxnSp>
        <p:nvCxnSpPr>
          <p:cNvPr id="153" name="Straight Connector 8"/>
          <p:cNvCxnSpPr/>
          <p:nvPr/>
        </p:nvCxnSpPr>
        <p:spPr>
          <a:xfrm>
            <a:off x="945720" y="1848240"/>
            <a:ext cx="727200" cy="360"/>
          </a:xfrm>
          <a:prstGeom prst="straightConnector1">
            <a:avLst/>
          </a:prstGeom>
          <a:ln w="50760">
            <a:solidFill>
              <a:schemeClr val="accent3"/>
            </a:solidFill>
            <a:miter/>
          </a:ln>
        </p:spPr>
      </p:cxn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2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Graphic 9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707400" y="6256080"/>
            <a:ext cx="1430280" cy="563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5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GB" sz="3200" strike="noStrike" u="none">
                <a:solidFill>
                  <a:schemeClr val="accent1"/>
                </a:solidFill>
                <a:effectLst/>
                <a:uFillTx/>
                <a:latin typeface="Arial"/>
              </a:rPr>
              <a:t>Click to edit Master title style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56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点击以编辑提纲文本格式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第二提纲级别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第三提纲级别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第四提纲级别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第五提纲级别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第六提纲级别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第七提纲级别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57" name="PlaceHolder 3"/>
          <p:cNvSpPr>
            <a:spLocks noGrp="1"/>
          </p:cNvSpPr>
          <p:nvPr>
            <p:ph type="body"/>
          </p:nvPr>
        </p:nvSpPr>
        <p:spPr>
          <a:xfrm>
            <a:off x="839880" y="2360880"/>
            <a:ext cx="3931920" cy="3507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GB" sz="16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cxnSp>
        <p:nvCxnSpPr>
          <p:cNvPr id="158" name="Straight Connector 7"/>
          <p:cNvCxnSpPr/>
          <p:nvPr/>
        </p:nvCxnSpPr>
        <p:spPr>
          <a:xfrm>
            <a:off x="945720" y="2206800"/>
            <a:ext cx="727200" cy="360"/>
          </a:xfrm>
          <a:prstGeom prst="straightConnector1">
            <a:avLst/>
          </a:prstGeom>
          <a:ln w="50760">
            <a:solidFill>
              <a:schemeClr val="accent3"/>
            </a:solidFill>
            <a:miter/>
          </a:ln>
        </p:spPr>
      </p:cxn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2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Graphic 9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707400" y="6256080"/>
            <a:ext cx="1430280" cy="563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0" name="Picture 2" descr=""/>
          <p:cNvPicPr/>
          <p:nvPr/>
        </p:nvPicPr>
        <p:blipFill>
          <a:blip r:embed="rId4"/>
          <a:stretch/>
        </p:blipFill>
        <p:spPr>
          <a:xfrm flipH="1">
            <a:off x="2491560" y="0"/>
            <a:ext cx="970056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1" name="PlaceHolder 1"/>
          <p:cNvSpPr>
            <a:spLocks noGrp="1"/>
          </p:cNvSpPr>
          <p:nvPr>
            <p:ph type="title"/>
          </p:nvPr>
        </p:nvSpPr>
        <p:spPr>
          <a:xfrm>
            <a:off x="905760" y="2606040"/>
            <a:ext cx="482040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GB" sz="3200" strike="noStrike" u="none">
                <a:solidFill>
                  <a:schemeClr val="accent1"/>
                </a:solidFill>
                <a:effectLst/>
                <a:uFillTx/>
                <a:latin typeface="Arial"/>
              </a:rPr>
              <a:t>Click to edit Master title style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162" name="Graphic 9" descr=""/>
          <p:cNvPicPr/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518760" y="507240"/>
            <a:ext cx="2095200" cy="825120"/>
          </a:xfrm>
          <a:prstGeom prst="rect">
            <a:avLst/>
          </a:prstGeom>
          <a:noFill/>
          <a:ln w="0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Pfeil nach unten 19"/>
          <p:cNvSpPr/>
          <p:nvPr/>
        </p:nvSpPr>
        <p:spPr>
          <a:xfrm rot="16200000">
            <a:off x="3675240" y="3511800"/>
            <a:ext cx="470880" cy="33624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dk1">
              <a:lumMod val="40000"/>
              <a:lumOff val="60000"/>
            </a:schemeClr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/>
          </a:bodyPr>
          <a:p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4" name="Abgerundetes Rechteck 9"/>
          <p:cNvSpPr/>
          <p:nvPr/>
        </p:nvSpPr>
        <p:spPr>
          <a:xfrm>
            <a:off x="860040" y="2870640"/>
            <a:ext cx="2892960" cy="3002400"/>
          </a:xfrm>
          <a:prstGeom prst="roundRect">
            <a:avLst>
              <a:gd name="adj" fmla="val 3823"/>
            </a:avLst>
          </a:prstGeom>
          <a:solidFill>
            <a:schemeClr val="lt2"/>
          </a:solidFill>
          <a:ln w="19080">
            <a:solidFill>
              <a:srgbClr val="b125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8160" rIns="38160" tIns="25560" bIns="25560" anchor="ctr">
            <a:normAutofit lnSpcReduction="9999"/>
          </a:bodyPr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algn="l" pos="0"/>
              </a:tabLst>
            </a:pPr>
            <a:r>
              <a:rPr b="0" lang="en-US" sz="1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Internal risk factors7-10</a:t>
            </a:r>
            <a:br>
              <a:rPr sz="1800"/>
            </a:br>
            <a:r>
              <a:rPr b="0" lang="zh-CN" sz="1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内部风险因素</a:t>
            </a:r>
            <a:r>
              <a:rPr b="0" lang="en-US" sz="1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7-10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44000" indent="-144000" defTabSz="914400">
              <a:lnSpc>
                <a:spcPct val="100000"/>
              </a:lnSpc>
              <a:spcAft>
                <a:spcPts val="601"/>
              </a:spcAft>
              <a:buClr>
                <a:srgbClr val="5d7de1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1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Gestational age</a:t>
            </a:r>
            <a:br>
              <a:rPr sz="1800"/>
            </a:br>
            <a:r>
              <a:rPr b="0" lang="zh-CN" sz="1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胎龄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44000" indent="-144000" defTabSz="914400">
              <a:lnSpc>
                <a:spcPct val="100000"/>
              </a:lnSpc>
              <a:spcAft>
                <a:spcPts val="601"/>
              </a:spcAft>
              <a:buClr>
                <a:srgbClr val="5d7de1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1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Birth weight</a:t>
            </a:r>
            <a:br>
              <a:rPr sz="1800"/>
            </a:br>
            <a:r>
              <a:rPr b="0" lang="zh-CN" sz="1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出生体重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44000" indent="-144000" defTabSz="914400">
              <a:lnSpc>
                <a:spcPct val="100000"/>
              </a:lnSpc>
              <a:spcAft>
                <a:spcPts val="601"/>
              </a:spcAft>
              <a:buClr>
                <a:srgbClr val="5d7de1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1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Genetics</a:t>
            </a:r>
            <a:br>
              <a:rPr sz="1800"/>
            </a:br>
            <a:r>
              <a:rPr b="0" lang="zh-CN" sz="1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遗传因素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44000" indent="-144000" defTabSz="914400">
              <a:lnSpc>
                <a:spcPct val="100000"/>
              </a:lnSpc>
              <a:spcAft>
                <a:spcPts val="601"/>
              </a:spcAft>
              <a:buClr>
                <a:srgbClr val="5d7de1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1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In utero colonisation</a:t>
            </a:r>
            <a:br>
              <a:rPr sz="1800"/>
            </a:br>
            <a:r>
              <a:rPr b="0" lang="zh-CN" sz="1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宫内定植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628280" cy="1161360"/>
          </a:xfrm>
          <a:prstGeom prst="rect">
            <a:avLst/>
          </a:prstGeom>
          <a:noFill/>
          <a:ln w="0">
            <a:noFill/>
          </a:ln>
        </p:spPr>
        <p:txBody>
          <a:bodyPr lIns="38160" rIns="38160" tIns="25560" bIns="25560" anchor="ctr">
            <a:normAutofit fontScale="92500" lnSpcReduction="19999"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US" sz="3200" strike="noStrike" u="none">
                <a:solidFill>
                  <a:schemeClr val="accent1"/>
                </a:solidFill>
                <a:effectLst/>
                <a:uFillTx/>
                <a:latin typeface="Arial"/>
              </a:rPr>
              <a:t>A disturbed microbial colonisation of the GI tract contributes to feeding intolerance of preterm infants1-8</a:t>
            </a:r>
            <a:br>
              <a:rPr sz="3200"/>
            </a:br>
            <a:r>
              <a:rPr b="1" lang="zh-CN" sz="3200" strike="noStrike" u="none">
                <a:solidFill>
                  <a:schemeClr val="accent1"/>
                </a:solidFill>
                <a:effectLst/>
                <a:uFillTx/>
                <a:latin typeface="Arial"/>
              </a:rPr>
              <a:t>胃肠道微生物定植紊乱导致早产儿喂养不耐受</a:t>
            </a:r>
            <a:r>
              <a:rPr b="1" lang="en-US" sz="3200" strike="noStrike" u="none">
                <a:solidFill>
                  <a:schemeClr val="accent1"/>
                </a:solidFill>
                <a:effectLst/>
                <a:uFillTx/>
                <a:latin typeface="Arial"/>
              </a:rPr>
              <a:t>1-8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66" name="Rectangle 3"/>
          <p:cNvSpPr/>
          <p:nvPr/>
        </p:nvSpPr>
        <p:spPr>
          <a:xfrm>
            <a:off x="3987720" y="6370560"/>
            <a:ext cx="777204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rIns="38160" tIns="25560" bIns="25560" anchor="ctr">
            <a:normAutofit fontScale="25000" lnSpcReduction="19999"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1. Di Mauro A et al., 2013; 2. Ford SL et al., 2019; 3. Fanaro S, 2013; 4. Senterre T, 2014; 5. Fouhy F et al., 2019; 6. Yuan Z et al., 2019;</a:t>
            </a:r>
            <a:br>
              <a:rPr sz="1800"/>
            </a:b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1. Di Mauro A </a:t>
            </a: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等，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2013</a:t>
            </a: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；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2. Ford SL </a:t>
            </a: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等，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2019</a:t>
            </a: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；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3. Fanaro S</a:t>
            </a: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，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2013</a:t>
            </a: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；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4. Senterre T</a:t>
            </a: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，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2014</a:t>
            </a: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；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5. Fouhy F </a:t>
            </a: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等，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2019</a:t>
            </a: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；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6. Yuan Z </a:t>
            </a: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等，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2019</a:t>
            </a: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；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7. Collado C et al., 2015; 8. Hendrickx JGE et al., 2019; 9. Lenfestey MW and Neu J, 2018; 10. Unger S et al., 2015; 11. Greenwood C et al., 2014.</a:t>
            </a:r>
            <a:br>
              <a:rPr sz="1800"/>
            </a:b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7. Collado C </a:t>
            </a: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等，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2015</a:t>
            </a: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；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8. Hendrickx JGE </a:t>
            </a: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等，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2019</a:t>
            </a: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；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9. Lenfestey MW </a:t>
            </a: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和 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Neu J</a:t>
            </a: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，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2018</a:t>
            </a: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；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10. Unger S </a:t>
            </a: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等，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2015</a:t>
            </a: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；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11. Greenwood C </a:t>
            </a: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等，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2014</a:t>
            </a: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。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Abgerundetes Rechteck 9"/>
          <p:cNvSpPr/>
          <p:nvPr/>
        </p:nvSpPr>
        <p:spPr>
          <a:xfrm>
            <a:off x="4109400" y="2870640"/>
            <a:ext cx="3988800" cy="1604880"/>
          </a:xfrm>
          <a:prstGeom prst="roundRect">
            <a:avLst>
              <a:gd name="adj" fmla="val 7857"/>
            </a:avLst>
          </a:prstGeom>
          <a:solidFill>
            <a:schemeClr val="lt1"/>
          </a:solidFill>
          <a:ln w="19080">
            <a:solidFill>
              <a:schemeClr val="accent3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38160" rIns="38160" tIns="25560" bIns="25560" anchor="ctr">
            <a:normAutofit fontScale="77500" lnSpcReduction="19999"/>
          </a:bodyPr>
          <a:p>
            <a:pPr marL="144000" indent="-144000" defTabSz="914400">
              <a:lnSpc>
                <a:spcPct val="100000"/>
              </a:lnSpc>
              <a:spcAft>
                <a:spcPts val="601"/>
              </a:spcAft>
              <a:buClr>
                <a:srgbClr val="5d7de1"/>
              </a:buClr>
              <a:buFont typeface="Wingdings" charset="2"/>
              <a:buChar char=""/>
            </a:pPr>
            <a:r>
              <a:rPr b="0" lang="en-US" sz="1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Delayed colonization of commensal bacteria, such as Bifidobacteria, Lactobacillus</a:t>
            </a:r>
            <a:br>
              <a:rPr sz="1800"/>
            </a:br>
            <a:r>
              <a:rPr b="0" lang="zh-CN" sz="1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共生细菌如双歧杆菌、乳杆菌的延迟定植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44000" indent="-144000" defTabSz="914400">
              <a:lnSpc>
                <a:spcPct val="100000"/>
              </a:lnSpc>
              <a:spcAft>
                <a:spcPts val="601"/>
              </a:spcAft>
              <a:buClr>
                <a:srgbClr val="5d7de1"/>
              </a:buClr>
              <a:buFont typeface="Wingdings" charset="2"/>
              <a:buChar char=""/>
            </a:pPr>
            <a:r>
              <a:rPr b="0" lang="en-US" sz="1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Limited microbial diversity</a:t>
            </a:r>
            <a:br>
              <a:rPr sz="1800"/>
            </a:br>
            <a:r>
              <a:rPr b="0" lang="zh-CN" sz="1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微生物多样性有限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44000" indent="-144000" defTabSz="914400">
              <a:lnSpc>
                <a:spcPct val="100000"/>
              </a:lnSpc>
              <a:spcAft>
                <a:spcPts val="601"/>
              </a:spcAft>
              <a:buClr>
                <a:srgbClr val="5d7de1"/>
              </a:buClr>
              <a:buFont typeface="Wingdings" charset="2"/>
              <a:buChar char=""/>
            </a:pPr>
            <a:r>
              <a:rPr b="0" lang="en-US" sz="1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Microbial disturbances persist up to 4 years of age</a:t>
            </a:r>
            <a:br>
              <a:rPr sz="1800"/>
            </a:br>
            <a:r>
              <a:rPr b="0" lang="zh-CN" sz="1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微生物紊乱可持续至</a:t>
            </a:r>
            <a:r>
              <a:rPr b="0" lang="en-US" sz="1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4</a:t>
            </a:r>
            <a:r>
              <a:rPr b="0" lang="zh-CN" sz="1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岁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Abgerundetes Rechteck 13"/>
          <p:cNvSpPr/>
          <p:nvPr/>
        </p:nvSpPr>
        <p:spPr>
          <a:xfrm>
            <a:off x="4109400" y="4731840"/>
            <a:ext cx="3988800" cy="1141200"/>
          </a:xfrm>
          <a:prstGeom prst="roundRect">
            <a:avLst>
              <a:gd name="adj" fmla="val 12135"/>
            </a:avLst>
          </a:prstGeom>
          <a:solidFill>
            <a:schemeClr val="accent1"/>
          </a:solidFill>
          <a:ln w="2844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rIns="38160" tIns="25560" bIns="25560" anchor="ctr">
            <a:normAutofit fontScale="92500" lnSpcReduction="19999"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Feeding intolerance, NEC, impact on immune system development and gut barrier integrity</a:t>
            </a:r>
            <a:br>
              <a:rPr sz="1800"/>
            </a:br>
            <a:r>
              <a:rPr b="0" lang="zh-CN" sz="1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喂养不耐受、</a:t>
            </a:r>
            <a:r>
              <a:rPr b="0" lang="en-US" sz="1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NEC</a:t>
            </a:r>
            <a:r>
              <a:rPr b="0" lang="zh-CN" sz="1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、对免疫系统发育和肠道屏障完整性的影 响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Box 8"/>
          <p:cNvSpPr/>
          <p:nvPr/>
        </p:nvSpPr>
        <p:spPr>
          <a:xfrm>
            <a:off x="7653240" y="6129360"/>
            <a:ext cx="4106880" cy="21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rIns="38160" tIns="25560" bIns="25560" anchor="t">
            <a:normAutofit fontScale="32500" lnSpcReduction="19999"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GI, gastrointestinal; NEC, necrotising enterocolitis; NICU, neonatal intensive care unit.</a:t>
            </a:r>
            <a:br>
              <a:rPr sz="1800"/>
            </a:b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GI</a:t>
            </a: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，胃肠道；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NEC</a:t>
            </a: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，坏死性小肠结肠炎；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NICU</a:t>
            </a: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，新生儿重症监护室。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Pfeil nach unten 19"/>
          <p:cNvSpPr/>
          <p:nvPr/>
        </p:nvSpPr>
        <p:spPr>
          <a:xfrm>
            <a:off x="5868720" y="4465800"/>
            <a:ext cx="470880" cy="33624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dk1">
              <a:lumMod val="40000"/>
              <a:lumOff val="60000"/>
            </a:schemeClr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 fontScale="62500" lnSpcReduction="19999"/>
          </a:bodyPr>
          <a:p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1" name="Pfeil nach unten 19"/>
          <p:cNvSpPr/>
          <p:nvPr/>
        </p:nvSpPr>
        <p:spPr>
          <a:xfrm>
            <a:off x="5868720" y="2594520"/>
            <a:ext cx="470880" cy="33624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dk1">
              <a:lumMod val="40000"/>
              <a:lumOff val="60000"/>
            </a:schemeClr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 fontScale="62500" lnSpcReduction="19999"/>
          </a:bodyPr>
          <a:p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2" name="Abgerundetes Rechteck 5"/>
          <p:cNvSpPr/>
          <p:nvPr/>
        </p:nvSpPr>
        <p:spPr>
          <a:xfrm>
            <a:off x="4079880" y="1932840"/>
            <a:ext cx="4048200" cy="681480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rIns="38160" tIns="25560" bIns="2556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Disturbed gut microbial colonisation</a:t>
            </a:r>
            <a:br>
              <a:rPr sz="1800"/>
            </a:br>
            <a:r>
              <a:rPr b="0" lang="zh-CN" sz="1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肠道微生物定植紊乱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3" name="Pfeil nach unten 19"/>
          <p:cNvSpPr/>
          <p:nvPr/>
        </p:nvSpPr>
        <p:spPr>
          <a:xfrm rot="5400000">
            <a:off x="8071920" y="3511440"/>
            <a:ext cx="470880" cy="33624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dk1">
              <a:lumMod val="40000"/>
              <a:lumOff val="60000"/>
            </a:schemeClr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/>
          </a:bodyPr>
          <a:p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4" name="Abgerundetes Rechteck 9"/>
          <p:cNvSpPr/>
          <p:nvPr/>
        </p:nvSpPr>
        <p:spPr>
          <a:xfrm>
            <a:off x="8463240" y="2870640"/>
            <a:ext cx="2892960" cy="3002400"/>
          </a:xfrm>
          <a:prstGeom prst="roundRect">
            <a:avLst>
              <a:gd name="adj" fmla="val 3823"/>
            </a:avLst>
          </a:prstGeom>
          <a:solidFill>
            <a:schemeClr val="lt2"/>
          </a:solidFill>
          <a:ln w="19080">
            <a:solidFill>
              <a:srgbClr val="b1255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38160" rIns="38160" tIns="25560" bIns="25560" anchor="ctr">
            <a:normAutofit fontScale="77500" lnSpcReduction="19999"/>
          </a:bodyPr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algn="l" pos="0"/>
              </a:tabLst>
            </a:pPr>
            <a:r>
              <a:rPr b="0" lang="en-US" sz="1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External risk factors7-11</a:t>
            </a:r>
            <a:br>
              <a:rPr sz="1800"/>
            </a:br>
            <a:r>
              <a:rPr b="0" lang="zh-CN" sz="1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外部风险因素</a:t>
            </a:r>
            <a:r>
              <a:rPr b="0" lang="en-US" sz="1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7-11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44000" indent="-144000" defTabSz="914400">
              <a:lnSpc>
                <a:spcPct val="100000"/>
              </a:lnSpc>
              <a:spcAft>
                <a:spcPts val="601"/>
              </a:spcAft>
              <a:buClr>
                <a:srgbClr val="5d7de1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1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Antibiotics</a:t>
            </a:r>
            <a:br>
              <a:rPr sz="1800"/>
            </a:br>
            <a:r>
              <a:rPr b="0" lang="zh-CN" sz="1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抗生素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44000" indent="-144000" defTabSz="914400">
              <a:lnSpc>
                <a:spcPct val="100000"/>
              </a:lnSpc>
              <a:spcAft>
                <a:spcPts val="601"/>
              </a:spcAft>
              <a:buClr>
                <a:srgbClr val="5d7de1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1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Mode of delivery</a:t>
            </a:r>
            <a:br>
              <a:rPr sz="1800"/>
            </a:br>
            <a:r>
              <a:rPr b="0" lang="zh-CN" sz="1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分娩方式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44000" indent="-144000" defTabSz="914400">
              <a:lnSpc>
                <a:spcPct val="100000"/>
              </a:lnSpc>
              <a:spcAft>
                <a:spcPts val="601"/>
              </a:spcAft>
              <a:buClr>
                <a:srgbClr val="5d7de1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1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NICU environment</a:t>
            </a:r>
            <a:br>
              <a:rPr sz="1800"/>
            </a:br>
            <a:r>
              <a:rPr b="0" lang="en-US" sz="1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NICU</a:t>
            </a:r>
            <a:r>
              <a:rPr b="0" lang="zh-CN" sz="1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环境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44000" indent="-144000" defTabSz="914400">
              <a:lnSpc>
                <a:spcPct val="100000"/>
              </a:lnSpc>
              <a:spcAft>
                <a:spcPts val="601"/>
              </a:spcAft>
              <a:buClr>
                <a:srgbClr val="5d7de1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1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Skin to skin contact</a:t>
            </a:r>
            <a:br>
              <a:rPr sz="1800"/>
            </a:br>
            <a:r>
              <a:rPr b="0" lang="zh-CN" sz="1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皮肤接触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44000" indent="-144000" defTabSz="914400">
              <a:lnSpc>
                <a:spcPct val="100000"/>
              </a:lnSpc>
              <a:spcAft>
                <a:spcPts val="601"/>
              </a:spcAft>
              <a:buClr>
                <a:srgbClr val="5d7de1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1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Breast milk exposure</a:t>
            </a:r>
            <a:br>
              <a:rPr sz="1800"/>
            </a:br>
            <a:r>
              <a:rPr b="0" lang="zh-CN" sz="1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母乳暴露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44000" indent="-144000" defTabSz="914400">
              <a:lnSpc>
                <a:spcPct val="100000"/>
              </a:lnSpc>
              <a:spcAft>
                <a:spcPts val="601"/>
              </a:spcAft>
              <a:buClr>
                <a:srgbClr val="5d7de1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1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Medical complexity, inflammation, oxidative stress</a:t>
            </a:r>
            <a:br>
              <a:rPr sz="1800"/>
            </a:br>
            <a:r>
              <a:rPr b="0" lang="zh-CN" sz="1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医疗复杂性、炎症、氧化应激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Nestle - Premature">
      <a:dk1>
        <a:srgbClr val="666666"/>
      </a:dk1>
      <a:lt1>
        <a:srgbClr val="ffffff"/>
      </a:lt1>
      <a:dk2>
        <a:srgbClr val="666666"/>
      </a:dk2>
      <a:lt2>
        <a:srgbClr val="ffffff"/>
      </a:lt2>
      <a:accent1>
        <a:srgbClr val="554596"/>
      </a:accent1>
      <a:accent2>
        <a:srgbClr val="5d7de1"/>
      </a:accent2>
      <a:accent3>
        <a:srgbClr val="33cc66"/>
      </a:accent3>
      <a:accent4>
        <a:srgbClr val="44e3e6"/>
      </a:accent4>
      <a:accent5>
        <a:srgbClr val="4de3fb"/>
      </a:accent5>
      <a:accent6>
        <a:srgbClr val="0041e3"/>
      </a:accent6>
      <a:hlink>
        <a:srgbClr val="5d7de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Office Theme">
  <a:themeElements>
    <a:clrScheme name="Nestle - Premature">
      <a:dk1>
        <a:srgbClr val="666666"/>
      </a:dk1>
      <a:lt1>
        <a:srgbClr val="ffffff"/>
      </a:lt1>
      <a:dk2>
        <a:srgbClr val="666666"/>
      </a:dk2>
      <a:lt2>
        <a:srgbClr val="ffffff"/>
      </a:lt2>
      <a:accent1>
        <a:srgbClr val="554596"/>
      </a:accent1>
      <a:accent2>
        <a:srgbClr val="5d7de1"/>
      </a:accent2>
      <a:accent3>
        <a:srgbClr val="33cc66"/>
      </a:accent3>
      <a:accent4>
        <a:srgbClr val="44e3e6"/>
      </a:accent4>
      <a:accent5>
        <a:srgbClr val="4de3fb"/>
      </a:accent5>
      <a:accent6>
        <a:srgbClr val="0041e3"/>
      </a:accent6>
      <a:hlink>
        <a:srgbClr val="5d7de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4.xml><?xml version="1.0" encoding="utf-8"?>
<a:theme xmlns:a="http://schemas.openxmlformats.org/drawingml/2006/main" xmlns:r="http://schemas.openxmlformats.org/officeDocument/2006/relationships" name="Office Theme">
  <a:themeElements>
    <a:clrScheme name="Nestle - Premature">
      <a:dk1>
        <a:srgbClr val="666666"/>
      </a:dk1>
      <a:lt1>
        <a:srgbClr val="ffffff"/>
      </a:lt1>
      <a:dk2>
        <a:srgbClr val="666666"/>
      </a:dk2>
      <a:lt2>
        <a:srgbClr val="ffffff"/>
      </a:lt2>
      <a:accent1>
        <a:srgbClr val="554596"/>
      </a:accent1>
      <a:accent2>
        <a:srgbClr val="5d7de1"/>
      </a:accent2>
      <a:accent3>
        <a:srgbClr val="33cc66"/>
      </a:accent3>
      <a:accent4>
        <a:srgbClr val="44e3e6"/>
      </a:accent4>
      <a:accent5>
        <a:srgbClr val="4de3fb"/>
      </a:accent5>
      <a:accent6>
        <a:srgbClr val="0041e3"/>
      </a:accent6>
      <a:hlink>
        <a:srgbClr val="5d7de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5.xml><?xml version="1.0" encoding="utf-8"?>
<a:theme xmlns:a="http://schemas.openxmlformats.org/drawingml/2006/main" xmlns:r="http://schemas.openxmlformats.org/officeDocument/2006/relationships" name="Office Theme">
  <a:themeElements>
    <a:clrScheme name="Nestle - Premature">
      <a:dk1>
        <a:srgbClr val="666666"/>
      </a:dk1>
      <a:lt1>
        <a:srgbClr val="ffffff"/>
      </a:lt1>
      <a:dk2>
        <a:srgbClr val="666666"/>
      </a:dk2>
      <a:lt2>
        <a:srgbClr val="ffffff"/>
      </a:lt2>
      <a:accent1>
        <a:srgbClr val="554596"/>
      </a:accent1>
      <a:accent2>
        <a:srgbClr val="5d7de1"/>
      </a:accent2>
      <a:accent3>
        <a:srgbClr val="33cc66"/>
      </a:accent3>
      <a:accent4>
        <a:srgbClr val="44e3e6"/>
      </a:accent4>
      <a:accent5>
        <a:srgbClr val="4de3fb"/>
      </a:accent5>
      <a:accent6>
        <a:srgbClr val="0041e3"/>
      </a:accent6>
      <a:hlink>
        <a:srgbClr val="5d7de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6.xml><?xml version="1.0" encoding="utf-8"?>
<a:theme xmlns:a="http://schemas.openxmlformats.org/drawingml/2006/main" xmlns:r="http://schemas.openxmlformats.org/officeDocument/2006/relationships" name="Office Theme">
  <a:themeElements>
    <a:clrScheme name="Nestle - Premature">
      <a:dk1>
        <a:srgbClr val="666666"/>
      </a:dk1>
      <a:lt1>
        <a:srgbClr val="ffffff"/>
      </a:lt1>
      <a:dk2>
        <a:srgbClr val="666666"/>
      </a:dk2>
      <a:lt2>
        <a:srgbClr val="ffffff"/>
      </a:lt2>
      <a:accent1>
        <a:srgbClr val="554596"/>
      </a:accent1>
      <a:accent2>
        <a:srgbClr val="5d7de1"/>
      </a:accent2>
      <a:accent3>
        <a:srgbClr val="33cc66"/>
      </a:accent3>
      <a:accent4>
        <a:srgbClr val="44e3e6"/>
      </a:accent4>
      <a:accent5>
        <a:srgbClr val="4de3fb"/>
      </a:accent5>
      <a:accent6>
        <a:srgbClr val="0041e3"/>
      </a:accent6>
      <a:hlink>
        <a:srgbClr val="5d7de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7.xml><?xml version="1.0" encoding="utf-8"?>
<a:theme xmlns:a="http://schemas.openxmlformats.org/drawingml/2006/main" xmlns:r="http://schemas.openxmlformats.org/officeDocument/2006/relationships" name="Office Theme">
  <a:themeElements>
    <a:clrScheme name="Nestle - Premature">
      <a:dk1>
        <a:srgbClr val="666666"/>
      </a:dk1>
      <a:lt1>
        <a:srgbClr val="ffffff"/>
      </a:lt1>
      <a:dk2>
        <a:srgbClr val="666666"/>
      </a:dk2>
      <a:lt2>
        <a:srgbClr val="ffffff"/>
      </a:lt2>
      <a:accent1>
        <a:srgbClr val="554596"/>
      </a:accent1>
      <a:accent2>
        <a:srgbClr val="5d7de1"/>
      </a:accent2>
      <a:accent3>
        <a:srgbClr val="33cc66"/>
      </a:accent3>
      <a:accent4>
        <a:srgbClr val="44e3e6"/>
      </a:accent4>
      <a:accent5>
        <a:srgbClr val="4de3fb"/>
      </a:accent5>
      <a:accent6>
        <a:srgbClr val="0041e3"/>
      </a:accent6>
      <a:hlink>
        <a:srgbClr val="5d7de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8.xml><?xml version="1.0" encoding="utf-8"?>
<a:theme xmlns:a="http://schemas.openxmlformats.org/drawingml/2006/main" xmlns:r="http://schemas.openxmlformats.org/officeDocument/2006/relationships" name="Office Theme">
  <a:themeElements>
    <a:clrScheme name="Nestle - Premature">
      <a:dk1>
        <a:srgbClr val="666666"/>
      </a:dk1>
      <a:lt1>
        <a:srgbClr val="ffffff"/>
      </a:lt1>
      <a:dk2>
        <a:srgbClr val="666666"/>
      </a:dk2>
      <a:lt2>
        <a:srgbClr val="ffffff"/>
      </a:lt2>
      <a:accent1>
        <a:srgbClr val="554596"/>
      </a:accent1>
      <a:accent2>
        <a:srgbClr val="5d7de1"/>
      </a:accent2>
      <a:accent3>
        <a:srgbClr val="33cc66"/>
      </a:accent3>
      <a:accent4>
        <a:srgbClr val="44e3e6"/>
      </a:accent4>
      <a:accent5>
        <a:srgbClr val="4de3fb"/>
      </a:accent5>
      <a:accent6>
        <a:srgbClr val="0041e3"/>
      </a:accent6>
      <a:hlink>
        <a:srgbClr val="5d7de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9.xml><?xml version="1.0" encoding="utf-8"?>
<a:theme xmlns:a="http://schemas.openxmlformats.org/drawingml/2006/main" xmlns:r="http://schemas.openxmlformats.org/officeDocument/2006/relationships" name="Office Theme">
  <a:themeElements>
    <a:clrScheme name="Nestle - Premature">
      <a:dk1>
        <a:srgbClr val="666666"/>
      </a:dk1>
      <a:lt1>
        <a:srgbClr val="ffffff"/>
      </a:lt1>
      <a:dk2>
        <a:srgbClr val="666666"/>
      </a:dk2>
      <a:lt2>
        <a:srgbClr val="ffffff"/>
      </a:lt2>
      <a:accent1>
        <a:srgbClr val="554596"/>
      </a:accent1>
      <a:accent2>
        <a:srgbClr val="5d7de1"/>
      </a:accent2>
      <a:accent3>
        <a:srgbClr val="33cc66"/>
      </a:accent3>
      <a:accent4>
        <a:srgbClr val="44e3e6"/>
      </a:accent4>
      <a:accent5>
        <a:srgbClr val="4de3fb"/>
      </a:accent5>
      <a:accent6>
        <a:srgbClr val="0041e3"/>
      </a:accent6>
      <a:hlink>
        <a:srgbClr val="5d7de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0.xml><?xml version="1.0" encoding="utf-8"?>
<a:theme xmlns:a="http://schemas.openxmlformats.org/drawingml/2006/main" xmlns:r="http://schemas.openxmlformats.org/officeDocument/2006/relationships" name="Office Theme">
  <a:themeElements>
    <a:clrScheme name="Nestle - Premature">
      <a:dk1>
        <a:srgbClr val="666666"/>
      </a:dk1>
      <a:lt1>
        <a:srgbClr val="ffffff"/>
      </a:lt1>
      <a:dk2>
        <a:srgbClr val="666666"/>
      </a:dk2>
      <a:lt2>
        <a:srgbClr val="ffffff"/>
      </a:lt2>
      <a:accent1>
        <a:srgbClr val="554596"/>
      </a:accent1>
      <a:accent2>
        <a:srgbClr val="5d7de1"/>
      </a:accent2>
      <a:accent3>
        <a:srgbClr val="33cc66"/>
      </a:accent3>
      <a:accent4>
        <a:srgbClr val="44e3e6"/>
      </a:accent4>
      <a:accent5>
        <a:srgbClr val="4de3fb"/>
      </a:accent5>
      <a:accent6>
        <a:srgbClr val="0041e3"/>
      </a:accent6>
      <a:hlink>
        <a:srgbClr val="5d7de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1.xml><?xml version="1.0" encoding="utf-8"?>
<a:theme xmlns:a="http://schemas.openxmlformats.org/drawingml/2006/main" xmlns:r="http://schemas.openxmlformats.org/officeDocument/2006/relationships" name="Office Theme">
  <a:themeElements>
    <a:clrScheme name="Nestle - Premature">
      <a:dk1>
        <a:srgbClr val="666666"/>
      </a:dk1>
      <a:lt1>
        <a:srgbClr val="ffffff"/>
      </a:lt1>
      <a:dk2>
        <a:srgbClr val="666666"/>
      </a:dk2>
      <a:lt2>
        <a:srgbClr val="ffffff"/>
      </a:lt2>
      <a:accent1>
        <a:srgbClr val="554596"/>
      </a:accent1>
      <a:accent2>
        <a:srgbClr val="5d7de1"/>
      </a:accent2>
      <a:accent3>
        <a:srgbClr val="33cc66"/>
      </a:accent3>
      <a:accent4>
        <a:srgbClr val="44e3e6"/>
      </a:accent4>
      <a:accent5>
        <a:srgbClr val="4de3fb"/>
      </a:accent5>
      <a:accent6>
        <a:srgbClr val="0041e3"/>
      </a:accent6>
      <a:hlink>
        <a:srgbClr val="5d7de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2.xml><?xml version="1.0" encoding="utf-8"?>
<a:theme xmlns:a="http://schemas.openxmlformats.org/drawingml/2006/main" xmlns:r="http://schemas.openxmlformats.org/officeDocument/2006/relationships" name="Office Theme">
  <a:themeElements>
    <a:clrScheme name="Nestle - Premature">
      <a:dk1>
        <a:srgbClr val="666666"/>
      </a:dk1>
      <a:lt1>
        <a:srgbClr val="ffffff"/>
      </a:lt1>
      <a:dk2>
        <a:srgbClr val="666666"/>
      </a:dk2>
      <a:lt2>
        <a:srgbClr val="ffffff"/>
      </a:lt2>
      <a:accent1>
        <a:srgbClr val="554596"/>
      </a:accent1>
      <a:accent2>
        <a:srgbClr val="5d7de1"/>
      </a:accent2>
      <a:accent3>
        <a:srgbClr val="33cc66"/>
      </a:accent3>
      <a:accent4>
        <a:srgbClr val="44e3e6"/>
      </a:accent4>
      <a:accent5>
        <a:srgbClr val="4de3fb"/>
      </a:accent5>
      <a:accent6>
        <a:srgbClr val="0041e3"/>
      </a:accent6>
      <a:hlink>
        <a:srgbClr val="5d7de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3.xml><?xml version="1.0" encoding="utf-8"?>
<a:theme xmlns:a="http://schemas.openxmlformats.org/drawingml/2006/main" xmlns:r="http://schemas.openxmlformats.org/officeDocument/2006/relationships" name="Office Theme">
  <a:themeElements>
    <a:clrScheme name="Nestle - Premature">
      <a:dk1>
        <a:srgbClr val="666666"/>
      </a:dk1>
      <a:lt1>
        <a:srgbClr val="ffffff"/>
      </a:lt1>
      <a:dk2>
        <a:srgbClr val="666666"/>
      </a:dk2>
      <a:lt2>
        <a:srgbClr val="ffffff"/>
      </a:lt2>
      <a:accent1>
        <a:srgbClr val="554596"/>
      </a:accent1>
      <a:accent2>
        <a:srgbClr val="5d7de1"/>
      </a:accent2>
      <a:accent3>
        <a:srgbClr val="33cc66"/>
      </a:accent3>
      <a:accent4>
        <a:srgbClr val="44e3e6"/>
      </a:accent4>
      <a:accent5>
        <a:srgbClr val="4de3fb"/>
      </a:accent5>
      <a:accent6>
        <a:srgbClr val="0041e3"/>
      </a:accent6>
      <a:hlink>
        <a:srgbClr val="5d7de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4.xml><?xml version="1.0" encoding="utf-8"?>
<a:theme xmlns:a="http://schemas.openxmlformats.org/drawingml/2006/main" xmlns:r="http://schemas.openxmlformats.org/officeDocument/2006/relationships" name="Office Theme">
  <a:themeElements>
    <a:clrScheme name="Nestle - Premature">
      <a:dk1>
        <a:srgbClr val="666666"/>
      </a:dk1>
      <a:lt1>
        <a:srgbClr val="ffffff"/>
      </a:lt1>
      <a:dk2>
        <a:srgbClr val="666666"/>
      </a:dk2>
      <a:lt2>
        <a:srgbClr val="ffffff"/>
      </a:lt2>
      <a:accent1>
        <a:srgbClr val="554596"/>
      </a:accent1>
      <a:accent2>
        <a:srgbClr val="5d7de1"/>
      </a:accent2>
      <a:accent3>
        <a:srgbClr val="33cc66"/>
      </a:accent3>
      <a:accent4>
        <a:srgbClr val="44e3e6"/>
      </a:accent4>
      <a:accent5>
        <a:srgbClr val="4de3fb"/>
      </a:accent5>
      <a:accent6>
        <a:srgbClr val="0041e3"/>
      </a:accent6>
      <a:hlink>
        <a:srgbClr val="5d7de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5.xml><?xml version="1.0" encoding="utf-8"?>
<a:theme xmlns:a="http://schemas.openxmlformats.org/drawingml/2006/main" xmlns:r="http://schemas.openxmlformats.org/officeDocument/2006/relationships" name="Office Theme">
  <a:themeElements>
    <a:clrScheme name="Nestle - Premature">
      <a:dk1>
        <a:srgbClr val="666666"/>
      </a:dk1>
      <a:lt1>
        <a:srgbClr val="ffffff"/>
      </a:lt1>
      <a:dk2>
        <a:srgbClr val="666666"/>
      </a:dk2>
      <a:lt2>
        <a:srgbClr val="ffffff"/>
      </a:lt2>
      <a:accent1>
        <a:srgbClr val="554596"/>
      </a:accent1>
      <a:accent2>
        <a:srgbClr val="5d7de1"/>
      </a:accent2>
      <a:accent3>
        <a:srgbClr val="33cc66"/>
      </a:accent3>
      <a:accent4>
        <a:srgbClr val="44e3e6"/>
      </a:accent4>
      <a:accent5>
        <a:srgbClr val="4de3fb"/>
      </a:accent5>
      <a:accent6>
        <a:srgbClr val="0041e3"/>
      </a:accent6>
      <a:hlink>
        <a:srgbClr val="5d7de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465</TotalTime>
  <Application>LibreOffice/25.2.4.3$Windows_X86_64 LibreOffice_project/33e196637044ead23f5c3226cde09b47731f7e27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2025-01-03T13:05:54Z</dcterms:created>
  <dc:creator>488460324@qq.com</dc:creator>
  <dc:description/>
  <dc:language>zh-CN</dc:language>
  <cp:lastModifiedBy>488460324@qq.com</cp:lastModifiedBy>
  <dcterms:modified xsi:type="dcterms:W3CDTF">2025-01-08T05:46:03Z</dcterms:modified>
  <cp:revision>6</cp:revision>
  <dc:subject/>
  <dc:title>A disturbed microbial colonisation of the GI tract contributes to feeding intolerance of preterm infants1-8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宽屏</vt:lpwstr>
  </property>
  <property fmtid="{D5CDD505-2E9C-101B-9397-08002B2CF9AE}" pid="3" name="Slides">
    <vt:r8>1</vt:r8>
  </property>
</Properties>
</file>